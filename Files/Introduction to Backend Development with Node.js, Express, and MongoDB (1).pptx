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embeddedFontLst>
    <p:embeddedFont>
      <p:font typeface="Inte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6325" y="2438400"/>
            <a:ext cx="100393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Development</a:t>
            </a:r>
            <a:endParaRPr lang="en-US" sz="7200" dirty="0"/>
          </a:p>
        </p:txBody>
      </p:sp>
      <p:sp>
        <p:nvSpPr>
          <p:cNvPr id="5" name="Text 1"/>
          <p:cNvSpPr/>
          <p:nvPr/>
        </p:nvSpPr>
        <p:spPr>
          <a:xfrm>
            <a:off x="4043363" y="3581400"/>
            <a:ext cx="4105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the Engine of the Web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00400"/>
            <a:ext cx="5295900" cy="12573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Backend Development?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571500" y="1409700"/>
            <a:ext cx="52959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development refers to the server-side of web applications. It is responsible for managing data, handling requests, ensuring security, and performing business logic.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800100" y="3429000"/>
            <a:ext cx="483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backend operates behind the scenes to process and deliver data, while the frontend is what users interact with directly."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6324600" y="1409700"/>
            <a:ext cx="576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Responsibilities: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629400" y="1943100"/>
            <a:ext cx="556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Client Requests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6629400" y="24384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Management (CRUD)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629400" y="2933700"/>
            <a:ext cx="556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&amp; Security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629400" y="34290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Integration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5372100" cy="2705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36220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7813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320040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6195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409700"/>
            <a:ext cx="5372100" cy="27051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Tech Stack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876300" y="1714500"/>
            <a:ext cx="7200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 Languages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1143000" y="22860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(Node.js)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1143000" y="27051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(Django, Flask)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1143000" y="31242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(Spring Boot)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1143000" y="35433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 (Laravel)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6553200" y="17145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Databases</a:t>
            </a:r>
            <a:endParaRPr lang="en-US" sz="2250" dirty="0"/>
          </a:p>
        </p:txBody>
      </p:sp>
      <p:sp>
        <p:nvSpPr>
          <p:cNvPr id="17" name="Text 7"/>
          <p:cNvSpPr/>
          <p:nvPr/>
        </p:nvSpPr>
        <p:spPr>
          <a:xfrm>
            <a:off x="6553200" y="22860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(Structured)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6553200" y="26289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MySQL, PostgreSQL</a:t>
            </a:r>
            <a:endParaRPr lang="en-US" sz="1200" dirty="0"/>
          </a:p>
        </p:txBody>
      </p:sp>
      <p:sp>
        <p:nvSpPr>
          <p:cNvPr id="19" name="Text 9"/>
          <p:cNvSpPr/>
          <p:nvPr/>
        </p:nvSpPr>
        <p:spPr>
          <a:xfrm>
            <a:off x="6553200" y="30861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 (Flexible)</a:t>
            </a:r>
            <a:endParaRPr lang="en-US" sz="1500" dirty="0"/>
          </a:p>
        </p:txBody>
      </p:sp>
      <p:sp>
        <p:nvSpPr>
          <p:cNvPr id="20" name="Text 10"/>
          <p:cNvSpPr/>
          <p:nvPr/>
        </p:nvSpPr>
        <p:spPr>
          <a:xfrm>
            <a:off x="6553200" y="3429000"/>
            <a:ext cx="476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MongoDB, Firebase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3530501" cy="1371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1" y="1409700"/>
            <a:ext cx="3530650" cy="1371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1409700"/>
            <a:ext cx="3530501" cy="13716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 &amp; APIs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800100" y="1638300"/>
            <a:ext cx="30733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Frameworks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800100" y="2095500"/>
            <a:ext cx="30733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+ Express.js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Django, Laravel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4559201" y="1638300"/>
            <a:ext cx="3073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4559201" y="2095500"/>
            <a:ext cx="3073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(HTTP Methods)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 (Efficient)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8318450" y="1638300"/>
            <a:ext cx="30733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</a:t>
            </a:r>
            <a:endParaRPr lang="en-US" sz="1800" dirty="0"/>
          </a:p>
        </p:txBody>
      </p:sp>
      <p:sp>
        <p:nvSpPr>
          <p:cNvPr id="13" name="Text 6"/>
          <p:cNvSpPr/>
          <p:nvPr/>
        </p:nvSpPr>
        <p:spPr>
          <a:xfrm>
            <a:off x="8318450" y="2095500"/>
            <a:ext cx="30733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AWS, Firebase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Vercel, Heroku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28925"/>
            <a:ext cx="4991100" cy="762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43325"/>
            <a:ext cx="4991100" cy="762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2024062"/>
            <a:ext cx="5600700" cy="18669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Server?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571500" y="1409700"/>
            <a:ext cx="49911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server is a powerful computer that receives requests, processes them, and sends responses to clients.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924669" y="29813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1333500" y="3095625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Servers: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Deliver web pages (Nginx, Apache)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924669" y="38957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1333500" y="4010025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Servers: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Manage data (MySQL, MongoDB)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6324600" y="2328863"/>
            <a:ext cx="5212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Example: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6324600" y="2786063"/>
            <a:ext cx="4991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 open Facebook, your browser sends a request to Facebook’s backend server, which retrieves your profile data and displays 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24100"/>
            <a:ext cx="5295900" cy="1028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81400"/>
            <a:ext cx="5295900" cy="1028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905000"/>
            <a:ext cx="5295900" cy="63817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an API?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571500" y="1409700"/>
            <a:ext cx="5295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(Application Programming Interface) allows different software components to communicate.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800100" y="25527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</a:t>
            </a:r>
            <a:endParaRPr lang="en-US" sz="1500" dirty="0"/>
          </a:p>
        </p:txBody>
      </p:sp>
      <p:sp>
        <p:nvSpPr>
          <p:cNvPr id="10" name="Text 3"/>
          <p:cNvSpPr/>
          <p:nvPr/>
        </p:nvSpPr>
        <p:spPr>
          <a:xfrm>
            <a:off x="800100" y="28956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HTTP methods (GET, POST, PUT, DELETE) to exchange data.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800100" y="38100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</a:t>
            </a:r>
            <a:endParaRPr lang="en-US" sz="1500" dirty="0"/>
          </a:p>
        </p:txBody>
      </p:sp>
      <p:sp>
        <p:nvSpPr>
          <p:cNvPr id="12" name="Text 5"/>
          <p:cNvSpPr/>
          <p:nvPr/>
        </p:nvSpPr>
        <p:spPr>
          <a:xfrm>
            <a:off x="800100" y="415290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Fetches specific data more efficiently in a single request.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6324600" y="1409700"/>
            <a:ext cx="529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REST Call:</a:t>
            </a:r>
            <a:endParaRPr lang="en-US" sz="1800" dirty="0"/>
          </a:p>
        </p:txBody>
      </p:sp>
      <p:sp>
        <p:nvSpPr>
          <p:cNvPr id="14" name="Text 7"/>
          <p:cNvSpPr/>
          <p:nvPr/>
        </p:nvSpPr>
        <p:spPr>
          <a:xfrm>
            <a:off x="6515100" y="1905000"/>
            <a:ext cx="49149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ADE80"/>
                </a:solidFill>
              </a:rPr>
              <a:t>GET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/users/123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90875"/>
            <a:ext cx="11049000" cy="19240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Response Example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571500" y="2581275"/>
            <a:ext cx="1104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JSON Response: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762000" y="3409950"/>
            <a:ext cx="3292376" cy="1476375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{</a:t>
            </a:r>
            <a:endParaRPr lang="en-US" sz="13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   "id": 123,</a:t>
            </a:r>
            <a:endParaRPr lang="en-US" sz="13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   "name": "John Doe",</a:t>
            </a:r>
            <a:endParaRPr lang="en-US" sz="13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   "email": "john@example.com",</a:t>
            </a:r>
            <a:endParaRPr lang="en-US" sz="13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    "status": "active"</a:t>
            </a:r>
            <a:endParaRPr lang="en-US" sz="1350" dirty="0"/>
          </a:p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409700"/>
            <a:ext cx="5295900" cy="2247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009900"/>
            <a:ext cx="4686300" cy="3429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Node.js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876300" y="140970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environment for JS outside the browser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876300" y="1905000"/>
            <a:ext cx="678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Google's V8 Engine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876300" y="2400300"/>
            <a:ext cx="891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Event-driven, non-blocking architecture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6629400" y="17145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6629400" y="2247900"/>
            <a:ext cx="505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Download from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nodejs.org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29400" y="26289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Verify installation: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819900" y="30099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node -v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5372100" cy="1600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09700"/>
            <a:ext cx="5372100" cy="16002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Node.js is Special?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876300" y="1714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Non-blocking I/O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876300" y="217170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multiple requests simultaneously without waiting for one to finish. Perfect for high-concurrency apps.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6553200" y="1714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</a:t>
            </a:r>
            <a:endParaRPr lang="en-US" sz="1800" dirty="0"/>
          </a:p>
        </p:txBody>
      </p:sp>
      <p:sp>
        <p:nvSpPr>
          <p:cNvPr id="10" name="Text 4"/>
          <p:cNvSpPr/>
          <p:nvPr/>
        </p:nvSpPr>
        <p:spPr>
          <a:xfrm>
            <a:off x="6553200" y="2171700"/>
            <a:ext cx="476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around an event loop that listens and reacts to events (HTTP requests, file reading) asynchronously.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619125" cy="2762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14525"/>
            <a:ext cx="647700" cy="2762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28875"/>
            <a:ext cx="647700" cy="2762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400" y="2466975"/>
            <a:ext cx="952649" cy="2190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9724" y="2466975"/>
            <a:ext cx="838349" cy="2190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952750"/>
            <a:ext cx="647700" cy="2762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3800" y="2990850"/>
            <a:ext cx="1409998" cy="2190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 up Node.js </a:t>
            </a:r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</a:t>
            </a:r>
            <a:endParaRPr lang="en-US" sz="3600" dirty="0"/>
          </a:p>
        </p:txBody>
      </p:sp>
      <p:sp>
        <p:nvSpPr>
          <p:cNvPr id="12" name="Text 1"/>
          <p:cNvSpPr/>
          <p:nvPr/>
        </p:nvSpPr>
        <p:spPr>
          <a:xfrm>
            <a:off x="685800" y="1409700"/>
            <a:ext cx="6729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50" dirty="0"/>
          </a:p>
        </p:txBody>
      </p:sp>
      <p:sp>
        <p:nvSpPr>
          <p:cNvPr id="13" name="Text 2"/>
          <p:cNvSpPr/>
          <p:nvPr/>
        </p:nvSpPr>
        <p:spPr>
          <a:xfrm>
            <a:off x="1304925" y="1414463"/>
            <a:ext cx="1088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Node.js from the official website (LTS version recommended).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685800" y="1914525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Text 4"/>
          <p:cNvSpPr/>
          <p:nvPr/>
        </p:nvSpPr>
        <p:spPr>
          <a:xfrm>
            <a:off x="1333500" y="1919288"/>
            <a:ext cx="845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your Terminal or Command Prompt.</a:t>
            </a:r>
            <a:endParaRPr lang="en-US" sz="1500" dirty="0"/>
          </a:p>
        </p:txBody>
      </p:sp>
      <p:sp>
        <p:nvSpPr>
          <p:cNvPr id="16" name="Text 5"/>
          <p:cNvSpPr/>
          <p:nvPr/>
        </p:nvSpPr>
        <p:spPr>
          <a:xfrm>
            <a:off x="685800" y="2428875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050" dirty="0"/>
          </a:p>
        </p:txBody>
      </p:sp>
      <p:sp>
        <p:nvSpPr>
          <p:cNvPr id="17" name="Text 6"/>
          <p:cNvSpPr/>
          <p:nvPr/>
        </p:nvSpPr>
        <p:spPr>
          <a:xfrm>
            <a:off x="1333500" y="2419350"/>
            <a:ext cx="8229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by typing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Text 7"/>
          <p:cNvSpPr/>
          <p:nvPr/>
        </p:nvSpPr>
        <p:spPr>
          <a:xfrm>
            <a:off x="685800" y="2952750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050" dirty="0"/>
          </a:p>
        </p:txBody>
      </p:sp>
      <p:sp>
        <p:nvSpPr>
          <p:cNvPr id="19" name="Text 8"/>
          <p:cNvSpPr/>
          <p:nvPr/>
        </p:nvSpPr>
        <p:spPr>
          <a:xfrm>
            <a:off x="1333500" y="2943225"/>
            <a:ext cx="9372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 your project with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05000"/>
            <a:ext cx="5295900" cy="8953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905000"/>
            <a:ext cx="5295900" cy="6381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Create Project Folder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571500" y="1409700"/>
            <a:ext cx="960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Navigate to your desired location and run: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762000" y="1905000"/>
            <a:ext cx="49149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mkdir my-node-server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cd my-node-server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6324600" y="14097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the entry file: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6515100" y="1905000"/>
            <a:ext cx="49149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2E8F0"/>
                </a:solidFill>
              </a:rPr>
              <a:t>touch server.js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6324600" y="2695575"/>
            <a:ext cx="586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Use 'ni server.js' on Windows PowerShell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7800"/>
            <a:ext cx="11049000" cy="3352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Write the Server Code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762000" y="1666875"/>
            <a:ext cx="49377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// Import the 'http' module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3231356" y="1895475"/>
            <a:ext cx="58521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
const http = require('http');
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762000" y="2352675"/>
            <a:ext cx="32918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// Create a server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408188" y="2581275"/>
            <a:ext cx="5213003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
const server = http.createServer((req, res) =&gt; {
    res.writeHead(200, { 'Content-Type': 'text/plain' });
    res.end('Hello, Backend Development');
});
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62000" y="3724275"/>
            <a:ext cx="45110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// Listen on port 3000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74007" y="3952875"/>
            <a:ext cx="5487293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server.listen(3000, () =&gt;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    console.log('Server running at http://localhost:3000/');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});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600" y="2438400"/>
            <a:ext cx="6400800" cy="2819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6600" y="3352800"/>
            <a:ext cx="5638800" cy="9525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Run the Server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3276600" y="2819400"/>
            <a:ext cx="891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this command in your terminal: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3276600" y="3352800"/>
            <a:ext cx="5257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E2E8F0"/>
                </a:solidFill>
              </a:rPr>
              <a:t>node server.js</a:t>
            </a:r>
            <a:endParaRPr lang="en-US" sz="2250" dirty="0"/>
          </a:p>
        </p:txBody>
      </p:sp>
      <p:sp>
        <p:nvSpPr>
          <p:cNvPr id="9" name="Text 3"/>
          <p:cNvSpPr/>
          <p:nvPr/>
        </p:nvSpPr>
        <p:spPr>
          <a:xfrm>
            <a:off x="3276600" y="4610100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3590925" y="4610100"/>
            <a:ext cx="860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Server running at http://localhost:3000/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Explanation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71500" y="1409700"/>
            <a:ext cx="434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http.createServer()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254401" y="1409700"/>
            <a:ext cx="7937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an instance of an HTTP server to handle requests.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71500" y="19812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res.writeHead(200, ...)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254401" y="1981200"/>
            <a:ext cx="7937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Sends the HTTP status code (200 = OK) and headers to the client.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1500" y="2552700"/>
            <a:ext cx="495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server.listen(3000)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54401" y="2552700"/>
            <a:ext cx="7937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Binds the server to a specific port to start accepting connections.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409700"/>
            <a:ext cx="5295900" cy="2019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247900"/>
            <a:ext cx="4686300" cy="762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Express.js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571500" y="1409700"/>
            <a:ext cx="5295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lightweight Node.js framework that simplifies backend development.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876300" y="23241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Simplifies Routing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876300" y="27432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 Support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876300" y="31623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API Creation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6629400" y="17145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819900" y="2247900"/>
            <a:ext cx="4305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npm init -y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npm install express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619125" cy="2762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14525"/>
            <a:ext cx="647700" cy="2762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19350"/>
            <a:ext cx="647700" cy="2762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924175"/>
            <a:ext cx="647700" cy="27622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an Express Server </a:t>
            </a:r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685800" y="1409700"/>
            <a:ext cx="6729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2"/>
          <p:cNvSpPr/>
          <p:nvPr/>
        </p:nvSpPr>
        <p:spPr>
          <a:xfrm>
            <a:off x="1304925" y="1414463"/>
            <a:ext cx="868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 NPM in your project folder.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685800" y="1914525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50" dirty="0"/>
          </a:p>
        </p:txBody>
      </p:sp>
      <p:sp>
        <p:nvSpPr>
          <p:cNvPr id="12" name="Text 4"/>
          <p:cNvSpPr/>
          <p:nvPr/>
        </p:nvSpPr>
        <p:spPr>
          <a:xfrm>
            <a:off x="1333500" y="1919288"/>
            <a:ext cx="822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the Express package via NPM.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685800" y="2419350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1333500" y="2424113"/>
            <a:ext cx="1085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Express and initialize the app instance.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685800" y="2924175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050" dirty="0"/>
          </a:p>
        </p:txBody>
      </p:sp>
      <p:sp>
        <p:nvSpPr>
          <p:cNvPr id="16" name="Text 8"/>
          <p:cNvSpPr/>
          <p:nvPr/>
        </p:nvSpPr>
        <p:spPr>
          <a:xfrm>
            <a:off x="1333500" y="2928938"/>
            <a:ext cx="845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routes and start the listener.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7800"/>
            <a:ext cx="11049000" cy="3124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Express.js Server Example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762000" y="1666875"/>
            <a:ext cx="320099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const express = require('express');
const app = express();
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762000" y="2352675"/>
            <a:ext cx="31089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// Define a route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2316807" y="2581275"/>
            <a:ext cx="4298454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
app.get('/', (req, res) =&gt; {
    res.send('Welcome to Backend Development');
});
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62000" y="3495675"/>
            <a:ext cx="34747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// Start the server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2499717" y="3724275"/>
            <a:ext cx="5395913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app.listen(3000, () =&gt; 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    console.log('Server running on http://localhost:3000');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});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Explanation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571500" y="1409700"/>
            <a:ext cx="3682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express()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254401" y="1409700"/>
            <a:ext cx="7937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Initializes the Express application.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71500" y="1981200"/>
            <a:ext cx="3886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app.get(path, cb)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254401" y="1981200"/>
            <a:ext cx="7937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a route handler for GET requests to a specific path.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1500" y="2552700"/>
            <a:ext cx="3682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</a:rPr>
              <a:t>res.send()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54401" y="2552700"/>
            <a:ext cx="7937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Sends the HTTP response. Automatically sets Content-Type.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5372100" cy="2247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09700"/>
            <a:ext cx="5372100" cy="22479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876300" y="1714500"/>
            <a:ext cx="5212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Intermediate Topics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1181100" y="2247900"/>
            <a:ext cx="502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POST requests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1181100" y="26670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Middleware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1181100" y="30861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6553200" y="1714500"/>
            <a:ext cx="548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Integration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858000" y="224790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to MongoDB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858000" y="26670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Mongoose ODM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858000" y="30861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CRUD Operations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24100"/>
            <a:ext cx="5295900" cy="1714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905000"/>
            <a:ext cx="5295900" cy="1524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 to MongoDB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571500" y="1409700"/>
            <a:ext cx="5295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is a NoSQL database that stores data in JSON-like documents called collections.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800100" y="25527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Features: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800100" y="29718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Flexible Schema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800100" y="32766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Scalable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800100" y="3581400"/>
            <a:ext cx="483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High Performance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24600" y="1409700"/>
            <a:ext cx="529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Example: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6515100" y="2114550"/>
            <a:ext cx="2640806" cy="110490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"_id": "6714e4a3af0b82c68e9a",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"name": "Shahzad",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"email": "shahzad@example.com",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"age": 25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19225"/>
            <a:ext cx="619125" cy="2762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1457325"/>
            <a:ext cx="2438846" cy="219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933575"/>
            <a:ext cx="647700" cy="2762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438400"/>
            <a:ext cx="647700" cy="2762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943225"/>
            <a:ext cx="647700" cy="27622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MongoDB </a:t>
            </a:r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3600" dirty="0"/>
          </a:p>
        </p:txBody>
      </p:sp>
      <p:sp>
        <p:nvSpPr>
          <p:cNvPr id="10" name="Text 1"/>
          <p:cNvSpPr/>
          <p:nvPr/>
        </p:nvSpPr>
        <p:spPr>
          <a:xfrm>
            <a:off x="685800" y="1419225"/>
            <a:ext cx="6729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050" dirty="0"/>
          </a:p>
        </p:txBody>
      </p:sp>
      <p:sp>
        <p:nvSpPr>
          <p:cNvPr id="11" name="Text 2"/>
          <p:cNvSpPr/>
          <p:nvPr/>
        </p:nvSpPr>
        <p:spPr>
          <a:xfrm>
            <a:off x="1304925" y="1409700"/>
            <a:ext cx="8915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Mongoose: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685800" y="1933575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050" dirty="0"/>
          </a:p>
        </p:txBody>
      </p:sp>
      <p:sp>
        <p:nvSpPr>
          <p:cNvPr id="13" name="Text 4"/>
          <p:cNvSpPr/>
          <p:nvPr/>
        </p:nvSpPr>
        <p:spPr>
          <a:xfrm>
            <a:off x="1333500" y="1938337"/>
            <a:ext cx="1085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connection string (MongoDB Atlas or Local).</a:t>
            </a:r>
            <a:endParaRPr lang="en-US" sz="1500" dirty="0"/>
          </a:p>
        </p:txBody>
      </p:sp>
      <p:sp>
        <p:nvSpPr>
          <p:cNvPr id="14" name="Text 5"/>
          <p:cNvSpPr/>
          <p:nvPr/>
        </p:nvSpPr>
        <p:spPr>
          <a:xfrm>
            <a:off x="685800" y="2438400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050" dirty="0"/>
          </a:p>
        </p:txBody>
      </p:sp>
      <p:sp>
        <p:nvSpPr>
          <p:cNvPr id="15" name="Text 6"/>
          <p:cNvSpPr/>
          <p:nvPr/>
        </p:nvSpPr>
        <p:spPr>
          <a:xfrm>
            <a:off x="1333500" y="2443163"/>
            <a:ext cx="914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 Schema and Model for your data.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685800" y="2943225"/>
            <a:ext cx="69028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050" dirty="0"/>
          </a:p>
        </p:txBody>
      </p:sp>
      <p:sp>
        <p:nvSpPr>
          <p:cNvPr id="17" name="Text 8"/>
          <p:cNvSpPr/>
          <p:nvPr/>
        </p:nvSpPr>
        <p:spPr>
          <a:xfrm>
            <a:off x="1333500" y="2947988"/>
            <a:ext cx="1085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Model to perform CRUD operations in routes.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7800"/>
            <a:ext cx="11049000" cy="2667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a User Schema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762000" y="1666875"/>
            <a:ext cx="5304383" cy="222885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import mongoose from "mongoose";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const userSchema = new mongoose.Schema({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    name: { type: String, required: true },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    email: { type: String, required: true, unique: true },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    age: { type: Number 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});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const User = mongoose.model("User", userSchema);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export default User;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7800"/>
            <a:ext cx="11049000" cy="3238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User Routes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762000" y="1657350"/>
            <a:ext cx="5121473" cy="281940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router.post("/", async (req, res) =&gt; 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try 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    const { name, email, age } = req.body;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    const user = new User({ name, email, age });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    await user.save();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    res.status(201).json({ message: "User created", user });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} catch (error) 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    res.status(500).json({ message: error.message });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}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});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router.get("/", async (req, res) =&gt; {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const users = await User.find();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res.status(200).json(users);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});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47800"/>
            <a:ext cx="11049000" cy="1905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Server Setup</a:t>
            </a:r>
            <a:endParaRPr lang="en-US" sz="3600" dirty="0"/>
          </a:p>
        </p:txBody>
      </p:sp>
      <p:sp>
        <p:nvSpPr>
          <p:cNvPr id="6" name="Text 1"/>
          <p:cNvSpPr/>
          <p:nvPr/>
        </p:nvSpPr>
        <p:spPr>
          <a:xfrm>
            <a:off x="762000" y="1657350"/>
            <a:ext cx="5361682" cy="1485900"/>
          </a:xfrm>
          <a:prstGeom prst="rect">
            <a:avLst/>
          </a:prstGeom>
          <a:noFill/>
          <a:ln/>
        </p:spPr>
        <p:txBody>
          <a:bodyPr wrap="non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mongoose.connect(process.env.MONGO_URI)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.then(() =&gt; console.log("✓ MongoDB connected"))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    .catch(err =&gt; console.error("✗ Connection failed:", err));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app.use(express.json());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app.use("/api/users", userRoutes);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app.listen(5000, () =&gt; console.log("Server running on port 5000"));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5372100" cy="2247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409700"/>
            <a:ext cx="5372100" cy="22479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162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Assignments &amp; Home Task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876300" y="1714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Assignments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1162050" y="2247900"/>
            <a:ext cx="7818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"Hello World" Express server.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1162050" y="2667000"/>
            <a:ext cx="7406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API that handles user data.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1162050" y="3086100"/>
            <a:ext cx="59664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Express with MongoDB.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6553200" y="1714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Task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838950" y="2247900"/>
            <a:ext cx="5349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REST API principles.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838950" y="2667000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full CRUD API.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838950" y="3086100"/>
            <a:ext cx="535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Vercel/Heroku deployment.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09700"/>
            <a:ext cx="11049000" cy="1028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67000"/>
            <a:ext cx="11049000" cy="1028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24300"/>
            <a:ext cx="11049000" cy="10287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71500" y="571500"/>
            <a:ext cx="1104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Submission Notes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800100" y="1638300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Evidence</a:t>
            </a:r>
            <a:endParaRPr lang="en-US" sz="1500" dirty="0"/>
          </a:p>
        </p:txBody>
      </p:sp>
      <p:sp>
        <p:nvSpPr>
          <p:cNvPr id="9" name="Text 2"/>
          <p:cNvSpPr/>
          <p:nvPr/>
        </p:nvSpPr>
        <p:spPr>
          <a:xfrm>
            <a:off x="800100" y="1981200"/>
            <a:ext cx="1059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screenshots or record a short video for each task.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800100" y="2895600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Upload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800100" y="3238500"/>
            <a:ext cx="1059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each task as a separate folder in your repository.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800100" y="4152900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Post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800100" y="4495800"/>
            <a:ext cx="1059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Summarize your learning and tag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Shahzad Khan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475" y="4210050"/>
            <a:ext cx="1371600" cy="381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675" y="4210050"/>
            <a:ext cx="2228850" cy="381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576638" y="2266950"/>
            <a:ext cx="50387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7" name="Text 1"/>
          <p:cNvSpPr/>
          <p:nvPr/>
        </p:nvSpPr>
        <p:spPr>
          <a:xfrm>
            <a:off x="3819525" y="3409950"/>
            <a:ext cx="4552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Happy Coding &amp; Backend Building</a:t>
            </a:r>
            <a:endParaRPr lang="en-US" sz="2250" dirty="0"/>
          </a:p>
        </p:txBody>
      </p:sp>
      <p:sp>
        <p:nvSpPr>
          <p:cNvPr id="8" name="Text 2"/>
          <p:cNvSpPr/>
          <p:nvPr/>
        </p:nvSpPr>
        <p:spPr>
          <a:xfrm>
            <a:off x="4181475" y="421005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Session</a:t>
            </a:r>
            <a:endParaRPr lang="en-US" sz="1200" dirty="0"/>
          </a:p>
        </p:txBody>
      </p:sp>
      <p:sp>
        <p:nvSpPr>
          <p:cNvPr id="9" name="Text 3"/>
          <p:cNvSpPr/>
          <p:nvPr/>
        </p:nvSpPr>
        <p:spPr>
          <a:xfrm>
            <a:off x="5781675" y="4210050"/>
            <a:ext cx="177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Next: Advanced Express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2026-04-19T16:45:51Z</dcterms:created>
  <dcterms:modified xsi:type="dcterms:W3CDTF">2026-04-19T16:45:51Z</dcterms:modified>
</cp:coreProperties>
</file>