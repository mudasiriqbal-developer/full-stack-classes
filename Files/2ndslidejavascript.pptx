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19"/>
  </p:notesMasterIdLst>
  <p:sldIdLst>
    <p:sldId id="332" r:id="rId2"/>
    <p:sldId id="333" r:id="rId3"/>
    <p:sldId id="338" r:id="rId4"/>
    <p:sldId id="337" r:id="rId5"/>
    <p:sldId id="431" r:id="rId6"/>
    <p:sldId id="336" r:id="rId7"/>
    <p:sldId id="339" r:id="rId8"/>
    <p:sldId id="335" r:id="rId9"/>
    <p:sldId id="334" r:id="rId10"/>
    <p:sldId id="340" r:id="rId11"/>
    <p:sldId id="341" r:id="rId12"/>
    <p:sldId id="342" r:id="rId13"/>
    <p:sldId id="343" r:id="rId14"/>
    <p:sldId id="293" r:id="rId15"/>
    <p:sldId id="344" r:id="rId16"/>
    <p:sldId id="345" r:id="rId17"/>
    <p:sldId id="285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17" autoAdjust="0"/>
    <p:restoredTop sz="94660"/>
  </p:normalViewPr>
  <p:slideViewPr>
    <p:cSldViewPr snapToGrid="0">
      <p:cViewPr varScale="1">
        <p:scale>
          <a:sx n="84" d="100"/>
          <a:sy n="84" d="100"/>
        </p:scale>
        <p:origin x="916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45701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5993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0685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3818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7707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212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3482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340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8792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4302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075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50436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41783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05581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64941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92432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33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4AF466F-BDA4-4F18-9C7B-FF0A9A1B0E80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607B-A47E-422C-9BEF-122CCDB7C526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A7CB-BEE6-4F99-898E-913F06E8E125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hevron 6"/>
          <p:cNvSpPr/>
          <p:nvPr/>
        </p:nvSpPr>
        <p:spPr>
          <a:xfrm>
            <a:off x="3636680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300C-6FC5-4FC3-AF1A-075E4F50620D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295D-4A77-4DEB-B04C-9F4282A8BC04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8685-4D0C-42D5-8013-B5904CD1FCBC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6C0-9885-4BA9-BBFA-A52CBFEBB775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4805958"/>
            <a:ext cx="1920240" cy="274320"/>
          </a:xfrm>
        </p:spPr>
        <p:txBody>
          <a:bodyPr/>
          <a:lstStyle/>
          <a:p>
            <a:fld id="{EBEE1B38-C5EB-4D66-9137-0AFE9CDEDE8F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27B613C-1AD7-49D3-885D-F654C5CDBAA6}" type="datetime1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3" y="4805958"/>
            <a:ext cx="235068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4290-6522-4139-852E-05BD9E7F0D2E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955F9-81EA-47C5-8059-9E5C2B437C70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27B613C-1AD7-49D3-885D-F654C5CDBAA6}" type="datetime1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2D96AA9-BA84-46CE-A9CB-73645EF910C1}"/>
              </a:ext>
            </a:extLst>
          </p:cNvPr>
          <p:cNvSpPr/>
          <p:nvPr/>
        </p:nvSpPr>
        <p:spPr>
          <a:xfrm>
            <a:off x="1347490" y="1786920"/>
            <a:ext cx="64490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No: 02</a:t>
            </a:r>
          </a:p>
        </p:txBody>
      </p:sp>
    </p:spTree>
    <p:extLst>
      <p:ext uri="{BB962C8B-B14F-4D97-AF65-F5344CB8AC3E}">
        <p14:creationId xmlns:p14="http://schemas.microsoft.com/office/powerpoint/2010/main" val="3452716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14974A-18DE-442F-A1F7-281278B684DF}"/>
              </a:ext>
            </a:extLst>
          </p:cNvPr>
          <p:cNvSpPr/>
          <p:nvPr/>
        </p:nvSpPr>
        <p:spPr>
          <a:xfrm>
            <a:off x="455422" y="655350"/>
            <a:ext cx="38555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Variables, Data Types &amp; Operators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A100FE-BD89-4692-9AFF-E771583E5CBC}"/>
              </a:ext>
            </a:extLst>
          </p:cNvPr>
          <p:cNvSpPr/>
          <p:nvPr/>
        </p:nvSpPr>
        <p:spPr>
          <a:xfrm>
            <a:off x="587563" y="1060789"/>
            <a:ext cx="697766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 Variable?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variable is a container that stores data values. It allows us to store, update, and reuse values in a program.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Declaring Variables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provides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ways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declare variables: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Old method (Not recommended due to scope issues).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Preferred for variables that can change.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Preferred for variables that do not change.</a:t>
            </a:r>
          </a:p>
        </p:txBody>
      </p:sp>
    </p:spTree>
    <p:extLst>
      <p:ext uri="{BB962C8B-B14F-4D97-AF65-F5344CB8AC3E}">
        <p14:creationId xmlns:p14="http://schemas.microsoft.com/office/powerpoint/2010/main" val="2343175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E43D6A-FB4C-4023-A726-02F7FDC55BB3}"/>
              </a:ext>
            </a:extLst>
          </p:cNvPr>
          <p:cNvSpPr/>
          <p:nvPr/>
        </p:nvSpPr>
        <p:spPr>
          <a:xfrm>
            <a:off x="464342" y="694521"/>
            <a:ext cx="782794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var name = "John";                      // Old way (avoid using)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age = 25;                                  // Preferred for changeable values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const country = "Pakistan";        // Preferred for constant values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544576-0DD2-4A4B-ADD0-547E781DB19F}"/>
              </a:ext>
            </a:extLst>
          </p:cNvPr>
          <p:cNvSpPr/>
          <p:nvPr/>
        </p:nvSpPr>
        <p:spPr>
          <a:xfrm>
            <a:off x="464342" y="2302834"/>
            <a:ext cx="7827946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Rules for Naming Variables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contain letters, digits, underscores (_), and dollar signs ($).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Cannot start with a number.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Cannot use JavaScript reserved keywords (like var, if, else). </a:t>
            </a:r>
            <a:r>
              <a:rPr lang="en-US" sz="12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(https://www.w3schools.com/js/js_reserved.asp)</a:t>
            </a:r>
            <a:endParaRPr lang="en-US" sz="18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are case-sensitive (name and Name are different).</a:t>
            </a:r>
          </a:p>
        </p:txBody>
      </p:sp>
    </p:spTree>
    <p:extLst>
      <p:ext uri="{BB962C8B-B14F-4D97-AF65-F5344CB8AC3E}">
        <p14:creationId xmlns:p14="http://schemas.microsoft.com/office/powerpoint/2010/main" val="2695035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E1C44E-E4DB-4E5A-87C5-0EE0E09B3F6E}"/>
              </a:ext>
            </a:extLst>
          </p:cNvPr>
          <p:cNvSpPr/>
          <p:nvPr/>
        </p:nvSpPr>
        <p:spPr>
          <a:xfrm>
            <a:off x="462386" y="695031"/>
            <a:ext cx="7722395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user1 = "Alice";          // ✅ Valid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_score = 100;              // ✅ Valid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$price = 50;                 // ✅ Valid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1user = "John";           // ❌ Invalid (Cannot start with a number)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10;                        // ❌ Invalid (Reserved keyword)</a:t>
            </a:r>
          </a:p>
        </p:txBody>
      </p:sp>
    </p:spTree>
    <p:extLst>
      <p:ext uri="{BB962C8B-B14F-4D97-AF65-F5344CB8AC3E}">
        <p14:creationId xmlns:p14="http://schemas.microsoft.com/office/powerpoint/2010/main" val="1174457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dirty="0"/>
              <a:t>Difference </a:t>
            </a:r>
            <a:r>
              <a:rPr lang="en-GB" sz="3200" dirty="0" err="1"/>
              <a:t>bwt</a:t>
            </a:r>
            <a:r>
              <a:rPr lang="en-GB" sz="3200" dirty="0"/>
              <a:t> </a:t>
            </a:r>
            <a:r>
              <a:rPr lang="en-US" sz="3200" dirty="0"/>
              <a:t>Declaration / Initialization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108400" cy="3416400"/>
          </a:xfrm>
        </p:spPr>
        <p:txBody>
          <a:bodyPr>
            <a:normAutofit fontScale="92500"/>
          </a:bodyPr>
          <a:lstStyle/>
          <a:p>
            <a:r>
              <a:rPr lang="en-GB" sz="2000" b="1" dirty="0"/>
              <a:t>Declaration</a:t>
            </a:r>
            <a:r>
              <a:rPr lang="en-GB" sz="2000" dirty="0"/>
              <a:t> means </a:t>
            </a:r>
            <a:r>
              <a:rPr lang="en-GB" sz="2000" b="1" dirty="0"/>
              <a:t>creating a variable (giving it a name)</a:t>
            </a:r>
            <a:r>
              <a:rPr lang="en-GB" sz="2000" dirty="0"/>
              <a:t> but not assigning a value yet.</a:t>
            </a:r>
          </a:p>
          <a:p>
            <a:r>
              <a:rPr lang="en-GB" sz="2000" dirty="0"/>
              <a:t>let name;   // declared, but no value</a:t>
            </a:r>
          </a:p>
          <a:p>
            <a:r>
              <a:rPr lang="en-GB" sz="2000" dirty="0" err="1"/>
              <a:t>var</a:t>
            </a:r>
            <a:r>
              <a:rPr lang="en-GB" sz="2000" dirty="0"/>
              <a:t> age;    // declared, but no value</a:t>
            </a:r>
          </a:p>
          <a:p>
            <a:r>
              <a:rPr lang="en-GB" sz="2000" dirty="0" err="1"/>
              <a:t>const</a:t>
            </a:r>
            <a:r>
              <a:rPr lang="en-GB" sz="2000" dirty="0"/>
              <a:t> city; // ❌ Error: </a:t>
            </a:r>
            <a:r>
              <a:rPr lang="en-GB" sz="2000" dirty="0" err="1"/>
              <a:t>const</a:t>
            </a:r>
            <a:r>
              <a:rPr lang="en-GB" sz="2000" dirty="0"/>
              <a:t> must be initialized immediately</a:t>
            </a:r>
          </a:p>
          <a:p>
            <a:r>
              <a:rPr lang="en-GB" sz="2000" b="1" dirty="0"/>
              <a:t>Initialization</a:t>
            </a:r>
            <a:r>
              <a:rPr lang="en-GB" sz="2000" dirty="0"/>
              <a:t> means </a:t>
            </a:r>
            <a:r>
              <a:rPr lang="en-GB" sz="2000" b="1" dirty="0"/>
              <a:t>assigning a value</a:t>
            </a:r>
            <a:r>
              <a:rPr lang="en-GB" sz="2000" dirty="0"/>
              <a:t> to the variable for the first time.</a:t>
            </a:r>
          </a:p>
          <a:p>
            <a:r>
              <a:rPr lang="en-GB" sz="2000" dirty="0"/>
              <a:t>let name;       // declaration</a:t>
            </a:r>
          </a:p>
          <a:p>
            <a:r>
              <a:rPr lang="en-GB" sz="2000" dirty="0"/>
              <a:t>name = "Ali";   // initialization</a:t>
            </a:r>
          </a:p>
          <a:p>
            <a:r>
              <a:rPr lang="en-GB" sz="2000" dirty="0"/>
              <a:t>let name = “Ali”; // declaration + initialization both in one line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025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88505A-5F91-4ED7-9955-00246FA6EF9A}"/>
              </a:ext>
            </a:extLst>
          </p:cNvPr>
          <p:cNvSpPr/>
          <p:nvPr/>
        </p:nvSpPr>
        <p:spPr>
          <a:xfrm>
            <a:off x="478631" y="73086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Types in JavaScript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7DDA3D-E19D-4C98-B76F-172B59A8186E}"/>
              </a:ext>
            </a:extLst>
          </p:cNvPr>
          <p:cNvSpPr/>
          <p:nvPr/>
        </p:nvSpPr>
        <p:spPr>
          <a:xfrm>
            <a:off x="607219" y="1130975"/>
            <a:ext cx="8058150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800" dirty="0"/>
              <a:t>A </a:t>
            </a:r>
            <a:r>
              <a:rPr lang="en-GB" sz="1800" b="1" dirty="0"/>
              <a:t>data type</a:t>
            </a:r>
            <a:r>
              <a:rPr lang="en-GB" sz="1800" dirty="0"/>
              <a:t> tells </a:t>
            </a:r>
            <a:r>
              <a:rPr lang="en-GB" sz="1800" b="1" dirty="0"/>
              <a:t>what kind of value</a:t>
            </a:r>
            <a:r>
              <a:rPr lang="en-GB" sz="1800" dirty="0"/>
              <a:t> a variable can hold in JavaScript.</a:t>
            </a:r>
            <a:br>
              <a:rPr lang="en-GB" sz="1800" dirty="0"/>
            </a:br>
            <a:r>
              <a:rPr lang="en-GB" sz="1800" dirty="0"/>
              <a:t>Think of it like a </a:t>
            </a:r>
            <a:r>
              <a:rPr lang="en-GB" sz="1800" b="1" dirty="0"/>
              <a:t>label</a:t>
            </a:r>
            <a:r>
              <a:rPr lang="en-GB" sz="1800" dirty="0"/>
              <a:t> on a box 📦 → it tells us </a:t>
            </a:r>
            <a:r>
              <a:rPr lang="en-GB" sz="1800" i="1" dirty="0"/>
              <a:t>what kind of stuff is inside</a:t>
            </a:r>
            <a:endParaRPr lang="en-GB" sz="1800" dirty="0"/>
          </a:p>
          <a:p>
            <a:r>
              <a:rPr lang="en-US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 has two main types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UcPeriod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Primitive Data Types (Stores only a single value)</a:t>
            </a:r>
          </a:p>
          <a:p>
            <a:pPr marL="342900" indent="-342900">
              <a:buAutoNum type="alphaUcPeriod"/>
            </a:pPr>
            <a:r>
              <a:rPr lang="en-GB" sz="1800" dirty="0"/>
              <a:t>Primitive data types are </a:t>
            </a:r>
            <a:r>
              <a:rPr lang="en-GB" sz="1800" b="1" dirty="0"/>
              <a:t>basic</a:t>
            </a:r>
            <a:r>
              <a:rPr lang="en-GB" sz="1800" dirty="0"/>
              <a:t>.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String (Text)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greeting = "Hello, World!";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console.log(greeting); 	// Output: Hello, World!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Number (Whole numbers &amp; decimals)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age = 30;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price = 99.99;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console.log(age, price);</a:t>
            </a:r>
          </a:p>
        </p:txBody>
      </p:sp>
    </p:spTree>
    <p:extLst>
      <p:ext uri="{BB962C8B-B14F-4D97-AF65-F5344CB8AC3E}">
        <p14:creationId xmlns:p14="http://schemas.microsoft.com/office/powerpoint/2010/main" val="1703798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57C2C4-F9B6-4AF2-9C21-81944E3615A8}"/>
              </a:ext>
            </a:extLst>
          </p:cNvPr>
          <p:cNvSpPr/>
          <p:nvPr/>
        </p:nvSpPr>
        <p:spPr>
          <a:xfrm>
            <a:off x="478631" y="725090"/>
            <a:ext cx="617219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Boolean (True or False)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isRaining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false;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isSunny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true;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isRaining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Null (Intentional absence of value, stand alone value)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car = null;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console.log(car); 		// Output: null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Undefined (Declared but no value assigned)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temperature;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console.log(temperature); 	// Output: undefined</a:t>
            </a:r>
          </a:p>
        </p:txBody>
      </p:sp>
    </p:spTree>
    <p:extLst>
      <p:ext uri="{BB962C8B-B14F-4D97-AF65-F5344CB8AC3E}">
        <p14:creationId xmlns:p14="http://schemas.microsoft.com/office/powerpoint/2010/main" val="714842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42215D-AEDB-4CCB-8DAB-7EB3CC5B0327}"/>
              </a:ext>
            </a:extLst>
          </p:cNvPr>
          <p:cNvSpPr/>
          <p:nvPr/>
        </p:nvSpPr>
        <p:spPr>
          <a:xfrm>
            <a:off x="242887" y="176302"/>
            <a:ext cx="8158163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Non-Primitive Data Types (Stores multiple values)</a:t>
            </a:r>
          </a:p>
          <a:p>
            <a:r>
              <a:rPr lang="en-GB" sz="1800" dirty="0"/>
              <a:t>Non-primitive data types are </a:t>
            </a:r>
            <a:r>
              <a:rPr lang="en-GB" sz="1800" b="1" dirty="0"/>
              <a:t>objects</a:t>
            </a:r>
            <a:r>
              <a:rPr lang="en-GB" sz="1800" dirty="0"/>
              <a:t> (complex types).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Objects (Key-value pairs for data)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student =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name: "Ali",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age: 20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isEnrolled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true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console.log(student.name); 		// Output: Ali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Arrays (Ordered lists for storing data)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colors = ["red", "green", "blue"];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console.log(colors); 		// Output: ['red', 'green', 'blue']</a:t>
            </a:r>
          </a:p>
        </p:txBody>
      </p:sp>
    </p:spTree>
    <p:extLst>
      <p:ext uri="{BB962C8B-B14F-4D97-AF65-F5344CB8AC3E}">
        <p14:creationId xmlns:p14="http://schemas.microsoft.com/office/powerpoint/2010/main" val="2233451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B09C40-3F5A-4CC2-9F9D-1826AF484932}"/>
              </a:ext>
            </a:extLst>
          </p:cNvPr>
          <p:cNvSpPr/>
          <p:nvPr/>
        </p:nvSpPr>
        <p:spPr>
          <a:xfrm>
            <a:off x="450753" y="653355"/>
            <a:ext cx="58881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Conversion (Data Type Conversion) in JavaScript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A935F8-EDE2-4D0A-9DF8-066A33268BEB}"/>
              </a:ext>
            </a:extLst>
          </p:cNvPr>
          <p:cNvSpPr/>
          <p:nvPr/>
        </p:nvSpPr>
        <p:spPr>
          <a:xfrm>
            <a:off x="592930" y="1053465"/>
            <a:ext cx="7322345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the process of converting a value from one data type to another.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Implicit Conversion (Automatic by JavaScript)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console.log("5" + 5); 	// "55" (String)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console.log("10" - 2);  	// 8 (Number)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Explicit Conversion (Manual by Programmer)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String to Number Conversion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str = "123";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num = Number(str);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console.log(num); 		// 123 (Number)</a:t>
            </a:r>
          </a:p>
        </p:txBody>
      </p:sp>
    </p:spTree>
    <p:extLst>
      <p:ext uri="{BB962C8B-B14F-4D97-AF65-F5344CB8AC3E}">
        <p14:creationId xmlns:p14="http://schemas.microsoft.com/office/powerpoint/2010/main" val="2462332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699ED3-D87B-487E-A4A1-9FB6E81181EA}"/>
              </a:ext>
            </a:extLst>
          </p:cNvPr>
          <p:cNvSpPr/>
          <p:nvPr/>
        </p:nvSpPr>
        <p:spPr>
          <a:xfrm>
            <a:off x="507205" y="692825"/>
            <a:ext cx="59436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to String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num = 456;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str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num.toString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console.log(str);		 // "456" (String)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Boolean to Number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console.log(Number(true)); 	// 1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console.log(Number(false));	 // 0</a:t>
            </a:r>
          </a:p>
        </p:txBody>
      </p:sp>
    </p:spTree>
    <p:extLst>
      <p:ext uri="{BB962C8B-B14F-4D97-AF65-F5344CB8AC3E}">
        <p14:creationId xmlns:p14="http://schemas.microsoft.com/office/powerpoint/2010/main" val="105549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6D8230-D487-4207-BB40-5C59A52F1F42}"/>
              </a:ext>
            </a:extLst>
          </p:cNvPr>
          <p:cNvSpPr/>
          <p:nvPr/>
        </p:nvSpPr>
        <p:spPr>
          <a:xfrm>
            <a:off x="428625" y="676841"/>
            <a:ext cx="7208044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Operators in JavaScript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Operators are symbols that perform operations on variables and values.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Arithmetic Operators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a = 10, b = 5;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console.log(a + b);	 	// 15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console.log(a - b); 		// 5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console.log(a * b); 		// 50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console.log(a / b);		 // 2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console.log(a % b); 		// 0</a:t>
            </a:r>
          </a:p>
        </p:txBody>
      </p:sp>
    </p:spTree>
    <p:extLst>
      <p:ext uri="{BB962C8B-B14F-4D97-AF65-F5344CB8AC3E}">
        <p14:creationId xmlns:p14="http://schemas.microsoft.com/office/powerpoint/2010/main" val="1224822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C5160-E043-44F8-BE20-F8DD859EACDC}"/>
              </a:ext>
            </a:extLst>
          </p:cNvPr>
          <p:cNvSpPr/>
          <p:nvPr/>
        </p:nvSpPr>
        <p:spPr>
          <a:xfrm>
            <a:off x="478632" y="725090"/>
            <a:ext cx="518636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Comparison Operators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x = 10, y = 5;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console.log(x == y); 	// false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console.log(x === y); 	// false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console.log(x !== y); 	// true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console.log(x &gt; y); 		// true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console.log(x &lt; y); 		// false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 Logical Operators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a = true, b = false;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console.log(a &amp;&amp; b); 	// false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console.log(a || b); 	// true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console.log(!a); 		// false</a:t>
            </a:r>
          </a:p>
        </p:txBody>
      </p:sp>
    </p:spTree>
    <p:extLst>
      <p:ext uri="{BB962C8B-B14F-4D97-AF65-F5344CB8AC3E}">
        <p14:creationId xmlns:p14="http://schemas.microsoft.com/office/powerpoint/2010/main" val="3464731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A5F4856-AA91-43D8-AD73-50AD0B464ADC}"/>
              </a:ext>
            </a:extLst>
          </p:cNvPr>
          <p:cNvSpPr/>
          <p:nvPr/>
        </p:nvSpPr>
        <p:spPr>
          <a:xfrm>
            <a:off x="471486" y="644516"/>
            <a:ext cx="56507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D. Assignment Operators</a:t>
            </a:r>
          </a:p>
          <a:p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num = 10;</a:t>
            </a:r>
          </a:p>
          <a:p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pt-B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 += </a:t>
            </a:r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5; 	// Same as num = num + 5;</a:t>
            </a:r>
          </a:p>
          <a:p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console.log(num); // 15</a:t>
            </a:r>
          </a:p>
        </p:txBody>
      </p:sp>
    </p:spTree>
    <p:extLst>
      <p:ext uri="{BB962C8B-B14F-4D97-AF65-F5344CB8AC3E}">
        <p14:creationId xmlns:p14="http://schemas.microsoft.com/office/powerpoint/2010/main" val="3684702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E5FEEB-6BA3-4A69-907F-A61BDB43B591}"/>
              </a:ext>
            </a:extLst>
          </p:cNvPr>
          <p:cNvSpPr/>
          <p:nvPr/>
        </p:nvSpPr>
        <p:spPr>
          <a:xfrm>
            <a:off x="485773" y="679101"/>
            <a:ext cx="717947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Task 2 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variables in JavaScript?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the rules for naming variables?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the different data types in JavaScript?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difference between == and ===?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 "10" to a number using JavaScript.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will be the output of 5 + "5"?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result of true &amp;&amp; false?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difference between null and undefined?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difference between alert, prompt and confirm?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JavaScript script(JS code) to swap two numbers.</a:t>
            </a:r>
          </a:p>
        </p:txBody>
      </p:sp>
    </p:spTree>
    <p:extLst>
      <p:ext uri="{BB962C8B-B14F-4D97-AF65-F5344CB8AC3E}">
        <p14:creationId xmlns:p14="http://schemas.microsoft.com/office/powerpoint/2010/main" val="2030469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73AFBA-86B6-49DD-B334-427CDA683A60}"/>
              </a:ext>
            </a:extLst>
          </p:cNvPr>
          <p:cNvSpPr/>
          <p:nvPr/>
        </p:nvSpPr>
        <p:spPr>
          <a:xfrm>
            <a:off x="497490" y="765158"/>
            <a:ext cx="16898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Assignment 2: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C262A7-8AF2-4E3F-A736-FF074B70C90C}"/>
              </a:ext>
            </a:extLst>
          </p:cNvPr>
          <p:cNvSpPr/>
          <p:nvPr/>
        </p:nvSpPr>
        <p:spPr>
          <a:xfrm>
            <a:off x="690371" y="1165268"/>
            <a:ext cx="523412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1: Variable Declaration &amp;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Declare three variables: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name, age, and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isStudent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 values and print them in the console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EE07A8-2713-43DC-AEFC-41B3E5A8D2EC}"/>
              </a:ext>
            </a:extLst>
          </p:cNvPr>
          <p:cNvSpPr/>
          <p:nvPr/>
        </p:nvSpPr>
        <p:spPr>
          <a:xfrm>
            <a:off x="690371" y="2088598"/>
            <a:ext cx="65319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2: Type Conversion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 "100" (string) to a number and "true" to a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boolean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 the results in the console.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768080-71C1-441C-9C38-5C02F0C38E61}"/>
              </a:ext>
            </a:extLst>
          </p:cNvPr>
          <p:cNvSpPr/>
          <p:nvPr/>
        </p:nvSpPr>
        <p:spPr>
          <a:xfrm>
            <a:off x="690371" y="3011928"/>
            <a:ext cx="63488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3: Arithmetic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 two numbers as input from the user using prompt().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addition, subtraction, multiplication, and division using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the results using alert().</a:t>
            </a:r>
          </a:p>
        </p:txBody>
      </p:sp>
    </p:spTree>
    <p:extLst>
      <p:ext uri="{BB962C8B-B14F-4D97-AF65-F5344CB8AC3E}">
        <p14:creationId xmlns:p14="http://schemas.microsoft.com/office/powerpoint/2010/main" val="1199145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4119DE-28B5-467F-908D-5961548EF673}"/>
              </a:ext>
            </a:extLst>
          </p:cNvPr>
          <p:cNvSpPr/>
          <p:nvPr/>
        </p:nvSpPr>
        <p:spPr>
          <a:xfrm>
            <a:off x="478630" y="772537"/>
            <a:ext cx="66079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4: Null vs Undefined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Declare a variable with null and another with undefined.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 both and explain their differences in a comment.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427ED3-5056-45AA-B4C5-0B2B36B3431A}"/>
              </a:ext>
            </a:extLst>
          </p:cNvPr>
          <p:cNvSpPr/>
          <p:nvPr/>
        </p:nvSpPr>
        <p:spPr>
          <a:xfrm>
            <a:off x="478630" y="1695867"/>
            <a:ext cx="64865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5: Logical Operators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 two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boolean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 (true or false) from the user.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AND, OR, and NOT operations and show the results.</a:t>
            </a:r>
          </a:p>
        </p:txBody>
      </p:sp>
    </p:spTree>
    <p:extLst>
      <p:ext uri="{BB962C8B-B14F-4D97-AF65-F5344CB8AC3E}">
        <p14:creationId xmlns:p14="http://schemas.microsoft.com/office/powerpoint/2010/main" val="163714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2EC73A5-44C7-46E8-AB3B-57119B14DE17}"/>
              </a:ext>
            </a:extLst>
          </p:cNvPr>
          <p:cNvSpPr/>
          <p:nvPr/>
        </p:nvSpPr>
        <p:spPr>
          <a:xfrm>
            <a:off x="1794637" y="1786920"/>
            <a:ext cx="555472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06165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7266</TotalTime>
  <Words>1321</Words>
  <Application>Microsoft Office PowerPoint</Application>
  <PresentationFormat>On-screen Show (16:9)</PresentationFormat>
  <Paragraphs>152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Lucida Sans Unicode</vt:lpstr>
      <vt:lpstr>Verdana</vt:lpstr>
      <vt:lpstr>Wingdings 2</vt:lpstr>
      <vt:lpstr>Wingdings 3</vt:lpstr>
      <vt:lpstr>Concourse</vt:lpstr>
      <vt:lpstr>PowerPoint Presentation</vt:lpstr>
      <vt:lpstr>PowerPoint Presentation</vt:lpstr>
      <vt:lpstr>PowerPoint Presentation</vt:lpstr>
      <vt:lpstr>PowerPoint Presentation</vt:lpstr>
      <vt:lpstr>Difference bwt Declaration / Initialization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WAQAS KHAN</cp:lastModifiedBy>
  <cp:revision>307</cp:revision>
  <dcterms:modified xsi:type="dcterms:W3CDTF">2026-03-02T09:27:10Z</dcterms:modified>
</cp:coreProperties>
</file>