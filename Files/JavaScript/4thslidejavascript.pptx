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3" r:id="rId1"/>
  </p:sldMasterIdLst>
  <p:notesMasterIdLst>
    <p:notesMasterId r:id="rId20"/>
  </p:notesMasterIdLst>
  <p:sldIdLst>
    <p:sldId id="353" r:id="rId2"/>
    <p:sldId id="298" r:id="rId3"/>
    <p:sldId id="299" r:id="rId4"/>
    <p:sldId id="300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6" r:id="rId13"/>
    <p:sldId id="370" r:id="rId14"/>
    <p:sldId id="371" r:id="rId15"/>
    <p:sldId id="377" r:id="rId16"/>
    <p:sldId id="372" r:id="rId17"/>
    <p:sldId id="373" r:id="rId18"/>
    <p:sldId id="285" r:id="rId1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017" autoAdjust="0"/>
    <p:restoredTop sz="94660"/>
  </p:normalViewPr>
  <p:slideViewPr>
    <p:cSldViewPr snapToGrid="0">
      <p:cViewPr varScale="1">
        <p:scale>
          <a:sx n="84" d="100"/>
          <a:sy n="84" d="100"/>
        </p:scale>
        <p:origin x="91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457015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023564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361188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2062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4063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2332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70794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85391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87758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11830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598567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60888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301569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10323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1206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772627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9142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b785d972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b785d972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001855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284a9b3621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284a9b3621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25335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grpSp>
        <p:nvGrpSpPr>
          <p:cNvPr id="2" name="Group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4AF466F-BDA4-4F18-9C7B-FF0A9A1B0E8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F607B-A47E-422C-9BEF-122CCDB7C526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794784"/>
            <a:ext cx="7772400" cy="13716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198784"/>
            <a:ext cx="4572000" cy="1091166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7" name="Chevron 6"/>
          <p:cNvSpPr/>
          <p:nvPr/>
        </p:nvSpPr>
        <p:spPr>
          <a:xfrm>
            <a:off x="3636680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2254104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10997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3657600"/>
            <a:ext cx="7481776" cy="3429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4016327"/>
            <a:ext cx="3974592" cy="6858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05740"/>
            <a:ext cx="7479792" cy="3429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4805958"/>
            <a:ext cx="1920240" cy="274320"/>
          </a:xfrm>
        </p:spPr>
        <p:txBody>
          <a:bodyPr/>
          <a:lstStyle/>
          <a:p>
            <a:fld id="{EBEE1B38-C5EB-4D66-9137-0AFE9CDEDE8F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4082552"/>
            <a:ext cx="7162800" cy="486174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42476"/>
            <a:ext cx="8686800" cy="329184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3" y="4805958"/>
            <a:ext cx="2350681" cy="2738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3648842"/>
            <a:ext cx="8075432" cy="422004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3741330"/>
            <a:ext cx="182880" cy="1714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10997"/>
            <a:ext cx="8229600" cy="328955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05980"/>
            <a:ext cx="1777470" cy="4194571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1"/>
            <a:ext cx="6324600" cy="4194570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327B613C-1AD7-49D3-885D-F654C5CDBAA6}" type="datetime1">
              <a:rPr lang="en-US" smtClean="0"/>
              <a:pPr/>
              <a:t>3/2/2026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hf sldNum="0" hdr="0" ftr="0" dt="0"/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617AA6-F60D-49C7-9CD5-E19F71BD7FC2}"/>
              </a:ext>
            </a:extLst>
          </p:cNvPr>
          <p:cNvSpPr/>
          <p:nvPr/>
        </p:nvSpPr>
        <p:spPr>
          <a:xfrm>
            <a:off x="1347490" y="1786920"/>
            <a:ext cx="644902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Class No: 04</a:t>
            </a:r>
          </a:p>
        </p:txBody>
      </p:sp>
    </p:spTree>
    <p:extLst>
      <p:ext uri="{BB962C8B-B14F-4D97-AF65-F5344CB8AC3E}">
        <p14:creationId xmlns:p14="http://schemas.microsoft.com/office/powerpoint/2010/main" val="2303002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E564E36-7B65-4B5C-A367-58AB831EF9B9}"/>
              </a:ext>
            </a:extLst>
          </p:cNvPr>
          <p:cNvSpPr/>
          <p:nvPr/>
        </p:nvSpPr>
        <p:spPr>
          <a:xfrm>
            <a:off x="425653" y="565324"/>
            <a:ext cx="47099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Functions, Arrays, and Objects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E39DA6-6261-4C99-84D9-3F609DC4367C}"/>
              </a:ext>
            </a:extLst>
          </p:cNvPr>
          <p:cNvSpPr/>
          <p:nvPr/>
        </p:nvSpPr>
        <p:spPr>
          <a:xfrm>
            <a:off x="425653" y="1088544"/>
            <a:ext cx="7832522" cy="9848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Function?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is a block of code designed to perform a </a:t>
            </a: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specific task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You can "call" or "invoke" the function whenever you need that task to be performed.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9D5416-007C-4EF4-8988-897B0AD05807}"/>
              </a:ext>
            </a:extLst>
          </p:cNvPr>
          <p:cNvSpPr/>
          <p:nvPr/>
        </p:nvSpPr>
        <p:spPr>
          <a:xfrm>
            <a:off x="425653" y="2350428"/>
            <a:ext cx="6470531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Syntax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(parameters)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(“hello”) 	//calling the function</a:t>
            </a:r>
          </a:p>
        </p:txBody>
      </p:sp>
    </p:spTree>
    <p:extLst>
      <p:ext uri="{BB962C8B-B14F-4D97-AF65-F5344CB8AC3E}">
        <p14:creationId xmlns:p14="http://schemas.microsoft.com/office/powerpoint/2010/main" val="1241643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674C44D-2115-42C3-B696-E52C0F9C50CB}"/>
              </a:ext>
            </a:extLst>
          </p:cNvPr>
          <p:cNvSpPr/>
          <p:nvPr/>
        </p:nvSpPr>
        <p:spPr>
          <a:xfrm>
            <a:off x="461503" y="633883"/>
            <a:ext cx="38876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Types of Functions in JavaScript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FD9DC55-FB4B-48C7-A1C0-BBFD72D62320}"/>
              </a:ext>
            </a:extLst>
          </p:cNvPr>
          <p:cNvSpPr/>
          <p:nvPr/>
        </p:nvSpPr>
        <p:spPr>
          <a:xfrm>
            <a:off x="461503" y="1064770"/>
            <a:ext cx="8060991" cy="26468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with No Parameters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that does not take any input values (parameters) when called. It simply performs its task and may or may not return a value.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greet()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console.log("Hello, World!");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32657223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6FBCED8-31C3-449E-8643-C7840F542A0F}"/>
              </a:ext>
            </a:extLst>
          </p:cNvPr>
          <p:cNvSpPr/>
          <p:nvPr/>
        </p:nvSpPr>
        <p:spPr>
          <a:xfrm>
            <a:off x="447510" y="661945"/>
            <a:ext cx="8017833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with Parameters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that takes input values (called parameters) when called. The parameters allow the function to work with different data.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greet(name)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 console.log("Hello, " + name + "!");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greet("Ali"); 		// Output: Hello, Ali!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greet(“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rabia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”); 	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greet(“Abdullah”); 	</a:t>
            </a:r>
          </a:p>
        </p:txBody>
      </p:sp>
    </p:spTree>
    <p:extLst>
      <p:ext uri="{BB962C8B-B14F-4D97-AF65-F5344CB8AC3E}">
        <p14:creationId xmlns:p14="http://schemas.microsoft.com/office/powerpoint/2010/main" val="113624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2957B77-EE23-4431-9564-BEF2E49EB30A}"/>
              </a:ext>
            </a:extLst>
          </p:cNvPr>
          <p:cNvSpPr/>
          <p:nvPr/>
        </p:nvSpPr>
        <p:spPr>
          <a:xfrm>
            <a:off x="464784" y="680657"/>
            <a:ext cx="8214432" cy="29238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with Return Value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 function that sends a result back to the code that called it. The return keyword is used to give back the result.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addNumber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(a, b) { 		//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a,b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are parameters here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return a + b; 		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sum =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addNumber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(5, 10);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console.log("Sum:", sum); 		// Output: Sum: 15</a:t>
            </a:r>
          </a:p>
        </p:txBody>
      </p:sp>
    </p:spTree>
    <p:extLst>
      <p:ext uri="{BB962C8B-B14F-4D97-AF65-F5344CB8AC3E}">
        <p14:creationId xmlns:p14="http://schemas.microsoft.com/office/powerpoint/2010/main" val="3397603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41BF400-888B-48CA-AF99-B241B571263E}"/>
              </a:ext>
            </a:extLst>
          </p:cNvPr>
          <p:cNvSpPr/>
          <p:nvPr/>
        </p:nvSpPr>
        <p:spPr>
          <a:xfrm>
            <a:off x="488515" y="633053"/>
            <a:ext cx="816697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Arrow Functions in JavaScript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Arrow functions provide a shorter syntax to define functions. They are defined using the =&gt; (arrow) symbol.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Syntax: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(parameters) =&gt;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// Code to execute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A702E6-0C3C-45A0-B063-42C48E946D2E}"/>
              </a:ext>
            </a:extLst>
          </p:cNvPr>
          <p:cNvSpPr/>
          <p:nvPr/>
        </p:nvSpPr>
        <p:spPr>
          <a:xfrm>
            <a:off x="488515" y="3002933"/>
            <a:ext cx="6440923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(Arrow Function with No Parameters):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greet = () =&gt;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console.log("Hello, World!");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greet(); 		// Output: Hello, World!</a:t>
            </a:r>
          </a:p>
        </p:txBody>
      </p:sp>
    </p:spTree>
    <p:extLst>
      <p:ext uri="{BB962C8B-B14F-4D97-AF65-F5344CB8AC3E}">
        <p14:creationId xmlns:p14="http://schemas.microsoft.com/office/powerpoint/2010/main" val="2084699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8BF86D5-D34E-4E44-AEA4-7F877CF67477}"/>
              </a:ext>
            </a:extLst>
          </p:cNvPr>
          <p:cNvSpPr/>
          <p:nvPr/>
        </p:nvSpPr>
        <p:spPr>
          <a:xfrm>
            <a:off x="482252" y="673893"/>
            <a:ext cx="6718647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(Arrow Function with Parameters):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add = (a, b) =&gt;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return a + b;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console.log(add(5, 10)); 		// Output: 15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F40BE32-E1D8-4E70-8CD0-433A1D69CFD9}"/>
              </a:ext>
            </a:extLst>
          </p:cNvPr>
          <p:cNvSpPr/>
          <p:nvPr/>
        </p:nvSpPr>
        <p:spPr>
          <a:xfrm>
            <a:off x="482252" y="2178008"/>
            <a:ext cx="7697342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Simplified Arrow Function (Single Line):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If the function has only one expression, you can omit the braces {} and the return keyword: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const multiply = (a, b) =&gt; a * b;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console.log(multiply(5, 3)); 		// Output: 15</a:t>
            </a:r>
          </a:p>
        </p:txBody>
      </p:sp>
    </p:spTree>
    <p:extLst>
      <p:ext uri="{BB962C8B-B14F-4D97-AF65-F5344CB8AC3E}">
        <p14:creationId xmlns:p14="http://schemas.microsoft.com/office/powerpoint/2010/main" val="1627556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E45FFA-70BF-4BFC-A856-152B693EA05D}"/>
              </a:ext>
            </a:extLst>
          </p:cNvPr>
          <p:cNvSpPr/>
          <p:nvPr/>
        </p:nvSpPr>
        <p:spPr>
          <a:xfrm>
            <a:off x="463687" y="590352"/>
            <a:ext cx="309251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Arrays in JavaScript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A1F10BA-3BD8-4BAC-900F-229609862EA5}"/>
              </a:ext>
            </a:extLst>
          </p:cNvPr>
          <p:cNvSpPr/>
          <p:nvPr/>
        </p:nvSpPr>
        <p:spPr>
          <a:xfrm>
            <a:off x="463687" y="1113572"/>
            <a:ext cx="8121857" cy="29546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Array?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 array is a collection of multiple values stored in a single variable. Each value in an array is called an "element.“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 Syntax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arrayName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[value1, value2, value3];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 (Declaring an Array)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"Banana", "Mango"];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Output: ["Apple", "Banana", "Mango"]</a:t>
            </a:r>
          </a:p>
        </p:txBody>
      </p:sp>
    </p:spTree>
    <p:extLst>
      <p:ext uri="{BB962C8B-B14F-4D97-AF65-F5344CB8AC3E}">
        <p14:creationId xmlns:p14="http://schemas.microsoft.com/office/powerpoint/2010/main" val="569114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362558-F2AD-434B-B873-CBA6EDFBC94C}"/>
              </a:ext>
            </a:extLst>
          </p:cNvPr>
          <p:cNvSpPr/>
          <p:nvPr/>
        </p:nvSpPr>
        <p:spPr>
          <a:xfrm>
            <a:off x="446727" y="755629"/>
            <a:ext cx="838294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 Array Elements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You can access an array element by its index (position). Indexes start from </a:t>
            </a:r>
            <a:r>
              <a:rPr lang="en-US" sz="1800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"Banana", "Mango"];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console.log(fruits[0]); 		// Output: Apple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E99CAD-C563-4C59-9153-9F16D4CB32B4}"/>
              </a:ext>
            </a:extLst>
          </p:cNvPr>
          <p:cNvSpPr/>
          <p:nvPr/>
        </p:nvSpPr>
        <p:spPr>
          <a:xfrm>
            <a:off x="446727" y="2571511"/>
            <a:ext cx="797575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Common Array Methods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push():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Adds an element to the end of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fruits.push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("Mango");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	// ["Apple", "Banana", "Mango"]</a:t>
            </a:r>
          </a:p>
        </p:txBody>
      </p:sp>
    </p:spTree>
    <p:extLst>
      <p:ext uri="{BB962C8B-B14F-4D97-AF65-F5344CB8AC3E}">
        <p14:creationId xmlns:p14="http://schemas.microsoft.com/office/powerpoint/2010/main" val="1975359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AD28350-1119-4457-AAD4-7C12FE991CF3}"/>
              </a:ext>
            </a:extLst>
          </p:cNvPr>
          <p:cNvSpPr/>
          <p:nvPr/>
        </p:nvSpPr>
        <p:spPr>
          <a:xfrm>
            <a:off x="470997" y="981700"/>
            <a:ext cx="59512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pop():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Removes the last element.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fruits.pop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["Apple"]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93AC41-71F4-4747-A2A2-101339198635}"/>
              </a:ext>
            </a:extLst>
          </p:cNvPr>
          <p:cNvSpPr/>
          <p:nvPr/>
        </p:nvSpPr>
        <p:spPr>
          <a:xfrm>
            <a:off x="470997" y="2459028"/>
            <a:ext cx="595123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shift():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Removes the first element.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["Apple", 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fruits.shift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["Banana"]</a:t>
            </a:r>
          </a:p>
        </p:txBody>
      </p:sp>
    </p:spTree>
    <p:extLst>
      <p:ext uri="{BB962C8B-B14F-4D97-AF65-F5344CB8AC3E}">
        <p14:creationId xmlns:p14="http://schemas.microsoft.com/office/powerpoint/2010/main" val="1113213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AD41518-E894-4A31-BD24-47238DF41350}"/>
              </a:ext>
            </a:extLst>
          </p:cNvPr>
          <p:cNvSpPr/>
          <p:nvPr/>
        </p:nvSpPr>
        <p:spPr>
          <a:xfrm>
            <a:off x="463623" y="778974"/>
            <a:ext cx="701588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unshift():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Adds an element to the beginning of the array.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fruits = ["Banana"];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fruits.unshift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("Apple");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console.log(fruits); 		// ["Apple", "Banana"]</a:t>
            </a:r>
          </a:p>
        </p:txBody>
      </p:sp>
    </p:spTree>
    <p:extLst>
      <p:ext uri="{BB962C8B-B14F-4D97-AF65-F5344CB8AC3E}">
        <p14:creationId xmlns:p14="http://schemas.microsoft.com/office/powerpoint/2010/main" val="3813608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8C3EFFE-51A9-4A55-8E0F-DD559762EBCF}"/>
              </a:ext>
            </a:extLst>
          </p:cNvPr>
          <p:cNvSpPr/>
          <p:nvPr/>
        </p:nvSpPr>
        <p:spPr>
          <a:xfrm>
            <a:off x="456479" y="615387"/>
            <a:ext cx="32528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Objects in JavaScript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FC644B-9DA5-4CF4-BDD6-4D6E568F10D4}"/>
              </a:ext>
            </a:extLst>
          </p:cNvPr>
          <p:cNvSpPr/>
          <p:nvPr/>
        </p:nvSpPr>
        <p:spPr>
          <a:xfrm>
            <a:off x="456479" y="1138607"/>
            <a:ext cx="8423167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an Object?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An object is a collection of key-value pairs. Each key represents a property, and the value represents the property's data.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 Syntax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key1: value1,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key2: value2,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key3: value3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</p:txBody>
      </p:sp>
    </p:spTree>
    <p:extLst>
      <p:ext uri="{BB962C8B-B14F-4D97-AF65-F5344CB8AC3E}">
        <p14:creationId xmlns:p14="http://schemas.microsoft.com/office/powerpoint/2010/main" val="41846538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7514ED4-B611-4E1B-AA85-9E4F26EB0D94}"/>
              </a:ext>
            </a:extLst>
          </p:cNvPr>
          <p:cNvSpPr/>
          <p:nvPr/>
        </p:nvSpPr>
        <p:spPr>
          <a:xfrm>
            <a:off x="493800" y="686527"/>
            <a:ext cx="66570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student = {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name: "Ali",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age: 20,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    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isEnrolled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true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console.log(student.name); 		// Output: Ali</a:t>
            </a:r>
          </a:p>
        </p:txBody>
      </p:sp>
    </p:spTree>
    <p:extLst>
      <p:ext uri="{BB962C8B-B14F-4D97-AF65-F5344CB8AC3E}">
        <p14:creationId xmlns:p14="http://schemas.microsoft.com/office/powerpoint/2010/main" val="28887775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3077CE5-7FE9-4565-B701-EC46DB980ADF}"/>
              </a:ext>
            </a:extLst>
          </p:cNvPr>
          <p:cNvSpPr/>
          <p:nvPr/>
        </p:nvSpPr>
        <p:spPr>
          <a:xfrm>
            <a:off x="443794" y="698468"/>
            <a:ext cx="8493038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Accessing and Modifying Object Properties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access object properties using dot notation or bracket notation.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also modify or add new properties.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Example: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let student = { name: "Ali", age: 20 };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console.log(student.name);		 // Access property using dot notation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21; 			// Modify property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student.grade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"A"; 		// Add new property</a:t>
            </a: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console.log(student);</a:t>
            </a:r>
          </a:p>
        </p:txBody>
      </p:sp>
    </p:spTree>
    <p:extLst>
      <p:ext uri="{BB962C8B-B14F-4D97-AF65-F5344CB8AC3E}">
        <p14:creationId xmlns:p14="http://schemas.microsoft.com/office/powerpoint/2010/main" val="34786027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DDABC30-1C32-4F9B-B842-70373288886C}"/>
              </a:ext>
            </a:extLst>
          </p:cNvPr>
          <p:cNvSpPr/>
          <p:nvPr/>
        </p:nvSpPr>
        <p:spPr>
          <a:xfrm>
            <a:off x="425219" y="634543"/>
            <a:ext cx="8293561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Activity-Based Task: Student Report Generator</a:t>
            </a:r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In this task, we will build a Student Report Generator using functions and objects.</a:t>
            </a:r>
          </a:p>
          <a:p>
            <a:endParaRPr lang="en-US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Task Description: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object student with properties like name, age, and marks (an array of subject marks).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calculateAverage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to calculate the average marks.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Display the student details and average marks.</a:t>
            </a:r>
          </a:p>
        </p:txBody>
      </p:sp>
    </p:spTree>
    <p:extLst>
      <p:ext uri="{BB962C8B-B14F-4D97-AF65-F5344CB8AC3E}">
        <p14:creationId xmlns:p14="http://schemas.microsoft.com/office/powerpoint/2010/main" val="23317879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E5479A-36C2-42CF-9CA1-F107C6675118}"/>
              </a:ext>
            </a:extLst>
          </p:cNvPr>
          <p:cNvSpPr/>
          <p:nvPr/>
        </p:nvSpPr>
        <p:spPr>
          <a:xfrm>
            <a:off x="455499" y="633198"/>
            <a:ext cx="202972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Code for Activity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C067B5-0846-4A98-A22E-2B79E51DD4BF}"/>
              </a:ext>
            </a:extLst>
          </p:cNvPr>
          <p:cNvSpPr/>
          <p:nvPr/>
        </p:nvSpPr>
        <p:spPr>
          <a:xfrm>
            <a:off x="3131409" y="193089"/>
            <a:ext cx="535536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 student =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name: "Ali",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age: 20,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marks: [85, 90, 78, 88, 92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    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};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function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calculateAverage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(marks)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let sum = 0;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for (let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= 0;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&lt;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marks.length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++) {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  sum += marks[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];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}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  return sum /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marks.length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}</a:t>
            </a:r>
          </a:p>
          <a:p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console.log("Student Name:", student.name);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console.log("Student Age:",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);</a:t>
            </a:r>
          </a:p>
          <a:p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console.log("Average Marks:",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calculateAverage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student.marks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));</a:t>
            </a:r>
          </a:p>
        </p:txBody>
      </p:sp>
    </p:spTree>
    <p:extLst>
      <p:ext uri="{BB962C8B-B14F-4D97-AF65-F5344CB8AC3E}">
        <p14:creationId xmlns:p14="http://schemas.microsoft.com/office/powerpoint/2010/main" val="24597352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5933A2A-4683-474A-8CFB-F6630BB21D6D}"/>
              </a:ext>
            </a:extLst>
          </p:cNvPr>
          <p:cNvSpPr/>
          <p:nvPr/>
        </p:nvSpPr>
        <p:spPr>
          <a:xfrm>
            <a:off x="462680" y="649580"/>
            <a:ext cx="840985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Home Task 4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a function in JavaScript? Create a function to calculate the square of a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that takes two numbers as input and returns their product.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Declare an array of colors. Add a new color to the end and remove the first color.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array of numbers and find the sum of all numbers using a loop.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object car with properties make, model, and year. Print each property.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isEven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() that checks if a number is even or odd.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array of student names. Use a loop to print each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function that takes an array of numbers and returns the largest number.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 an object person with properties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firstName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  <a:r>
              <a:rPr lang="en-US" sz="18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lastName</a:t>
            </a: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Write a function to display the full name.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Write a program to reverse the elements of an array without using any built-in methods.</a:t>
            </a:r>
          </a:p>
        </p:txBody>
      </p:sp>
    </p:spTree>
    <p:extLst>
      <p:ext uri="{BB962C8B-B14F-4D97-AF65-F5344CB8AC3E}">
        <p14:creationId xmlns:p14="http://schemas.microsoft.com/office/powerpoint/2010/main" val="37866204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2EC73A5-44C7-46E8-AB3B-57119B14DE17}"/>
              </a:ext>
            </a:extLst>
          </p:cNvPr>
          <p:cNvSpPr/>
          <p:nvPr/>
        </p:nvSpPr>
        <p:spPr>
          <a:xfrm>
            <a:off x="1794637" y="1786920"/>
            <a:ext cx="5554726" cy="15696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206165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7265</TotalTime>
  <Words>1347</Words>
  <Application>Microsoft Office PowerPoint</Application>
  <PresentationFormat>On-screen Show (16:9)</PresentationFormat>
  <Paragraphs>161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WAQAS KHAN</cp:lastModifiedBy>
  <cp:revision>307</cp:revision>
  <dcterms:modified xsi:type="dcterms:W3CDTF">2026-03-02T09:36:30Z</dcterms:modified>
</cp:coreProperties>
</file>