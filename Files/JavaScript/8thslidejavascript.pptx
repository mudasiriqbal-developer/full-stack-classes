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3" r:id="rId1"/>
  </p:sldMasterIdLst>
  <p:notesMasterIdLst>
    <p:notesMasterId r:id="rId19"/>
  </p:notesMasterIdLst>
  <p:sldIdLst>
    <p:sldId id="413" r:id="rId2"/>
    <p:sldId id="414" r:id="rId3"/>
    <p:sldId id="425" r:id="rId4"/>
    <p:sldId id="419" r:id="rId5"/>
    <p:sldId id="420" r:id="rId6"/>
    <p:sldId id="421" r:id="rId7"/>
    <p:sldId id="422" r:id="rId8"/>
    <p:sldId id="424" r:id="rId9"/>
    <p:sldId id="423" r:id="rId10"/>
    <p:sldId id="427" r:id="rId11"/>
    <p:sldId id="426" r:id="rId12"/>
    <p:sldId id="428" r:id="rId13"/>
    <p:sldId id="429" r:id="rId14"/>
    <p:sldId id="418" r:id="rId15"/>
    <p:sldId id="284" r:id="rId16"/>
    <p:sldId id="435" r:id="rId17"/>
    <p:sldId id="285" r:id="rId1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17" autoAdjust="0"/>
    <p:restoredTop sz="94660"/>
  </p:normalViewPr>
  <p:slideViewPr>
    <p:cSldViewPr snapToGrid="0">
      <p:cViewPr varScale="1">
        <p:scale>
          <a:sx n="84" d="100"/>
          <a:sy n="84" d="100"/>
        </p:scale>
        <p:origin x="916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945701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26676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31723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16338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78629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80318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3641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74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01214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04763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17953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98863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94763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33116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06213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a9b3621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a9b3621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7946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a9b3621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a9b3621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533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3498110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314451"/>
            <a:ext cx="7772400" cy="137232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2708705"/>
            <a:ext cx="7772400" cy="899778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3714750"/>
            <a:ext cx="9147765" cy="1434066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04AF466F-BDA4-4F18-9C7B-FF0A9A1B0E80}" type="datetime1">
              <a:rPr lang="en-US" smtClean="0"/>
              <a:pPr/>
              <a:t>3/3/2026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F607B-A47E-422C-9BEF-122CCDB7C526}" type="datetime1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794784"/>
            <a:ext cx="7772400" cy="13716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198784"/>
            <a:ext cx="4572000" cy="1091166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9A7CB-BEE6-4F99-898E-913F06E8E125}" type="datetime1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hevron 6"/>
          <p:cNvSpPr/>
          <p:nvPr/>
        </p:nvSpPr>
        <p:spPr>
          <a:xfrm>
            <a:off x="3636680" y="2254104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2254104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10997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10997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300C-6FC5-4FC3-AF1A-075E4F50620D}" type="datetime1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8229600" cy="85725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057650"/>
            <a:ext cx="4040188" cy="5715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7" y="4057650"/>
            <a:ext cx="4041775" cy="5715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083221"/>
            <a:ext cx="4040188" cy="2956322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083221"/>
            <a:ext cx="4041775" cy="2956322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D295D-4A77-4DEB-B04C-9F4282A8BC04}" type="datetime1">
              <a:rPr lang="en-US" smtClean="0"/>
              <a:pPr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28685-4D0C-42D5-8013-B5904CD1FCBC}" type="datetime1">
              <a:rPr lang="en-US" smtClean="0"/>
              <a:pPr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226C0-9885-4BA9-BBFA-A52CBFEBB775}" type="datetime1">
              <a:rPr lang="en-US" smtClean="0"/>
              <a:pPr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657600"/>
            <a:ext cx="7481776" cy="3429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4016327"/>
            <a:ext cx="3974592" cy="6858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05740"/>
            <a:ext cx="7479792" cy="3429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4805958"/>
            <a:ext cx="1920240" cy="274320"/>
          </a:xfrm>
        </p:spPr>
        <p:txBody>
          <a:bodyPr/>
          <a:lstStyle/>
          <a:p>
            <a:fld id="{EBEE1B38-C5EB-4D66-9137-0AFE9CDEDE8F}" type="datetime1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4082552"/>
            <a:ext cx="7162800" cy="486174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42476"/>
            <a:ext cx="8686800" cy="329184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327B613C-1AD7-49D3-885D-F654C5CDBAA6}" type="datetime1">
              <a:rPr lang="en-US" smtClean="0"/>
              <a:pPr/>
              <a:t>3/3/2026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3" y="4805958"/>
            <a:ext cx="2350681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648842"/>
            <a:ext cx="8075432" cy="422004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4458702"/>
            <a:ext cx="4940624" cy="69080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4454258"/>
            <a:ext cx="3690451" cy="70008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4343440"/>
            <a:ext cx="3402314" cy="810651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4340804"/>
            <a:ext cx="3405509" cy="813287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3741330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3741330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10997"/>
            <a:ext cx="8229600" cy="328955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4290-6522-4139-852E-05BD9E7F0D2E}" type="datetime1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05980"/>
            <a:ext cx="1777470" cy="419457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1"/>
            <a:ext cx="6324600" cy="419457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955F9-81EA-47C5-8059-9E5C2B437C70}" type="datetime1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4458702"/>
            <a:ext cx="4940624" cy="69080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4454258"/>
            <a:ext cx="3690451" cy="70008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4343440"/>
            <a:ext cx="3402314" cy="810651"/>
          </a:xfrm>
          <a:prstGeom prst="rtTriangle">
            <a:avLst/>
          </a:prstGeom>
          <a:blipFill>
            <a:blip r:embed="rId1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4340804"/>
            <a:ext cx="3405509" cy="813287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110997"/>
            <a:ext cx="8229600" cy="339447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4805958"/>
            <a:ext cx="1920240" cy="27432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327B613C-1AD7-49D3-885D-F654C5CDBAA6}" type="datetime1">
              <a:rPr lang="en-US" smtClean="0"/>
              <a:pPr/>
              <a:t>3/3/2026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3" y="4805958"/>
            <a:ext cx="2350681" cy="273844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4805958"/>
            <a:ext cx="365760" cy="273844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93983DA-79CC-4470-A632-71F40C78FC9A}"/>
              </a:ext>
            </a:extLst>
          </p:cNvPr>
          <p:cNvSpPr/>
          <p:nvPr/>
        </p:nvSpPr>
        <p:spPr>
          <a:xfrm>
            <a:off x="1347490" y="1786920"/>
            <a:ext cx="644902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 No: 08</a:t>
            </a:r>
          </a:p>
        </p:txBody>
      </p:sp>
    </p:spTree>
    <p:extLst>
      <p:ext uri="{BB962C8B-B14F-4D97-AF65-F5344CB8AC3E}">
        <p14:creationId xmlns:p14="http://schemas.microsoft.com/office/powerpoint/2010/main" val="915385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746EECF-7B7D-40CD-AF72-CFCAA9DDF139}"/>
              </a:ext>
            </a:extLst>
          </p:cNvPr>
          <p:cNvSpPr/>
          <p:nvPr/>
        </p:nvSpPr>
        <p:spPr>
          <a:xfrm>
            <a:off x="435768" y="561409"/>
            <a:ext cx="8304372" cy="3262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JavaScript Async/Await &amp; API Handling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Understanding Asynchronous JavaScript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JavaScript is Single-Threaded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Imagine JavaScript as a chef in a small kitchen who can cook only one dish at a time (single-threaded).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the chef waits for water to boil before cutting vegetables, cooking will take forever!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Instead, the chef multitasks—they put water to boil, then start chopping, and later check the water.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is how asynchronous JavaScript works! </a:t>
            </a:r>
          </a:p>
        </p:txBody>
      </p:sp>
    </p:spTree>
    <p:extLst>
      <p:ext uri="{BB962C8B-B14F-4D97-AF65-F5344CB8AC3E}">
        <p14:creationId xmlns:p14="http://schemas.microsoft.com/office/powerpoint/2010/main" val="3749453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84B40B-2082-4A39-AFD3-2695DB040DA1}"/>
              </a:ext>
            </a:extLst>
          </p:cNvPr>
          <p:cNvSpPr/>
          <p:nvPr/>
        </p:nvSpPr>
        <p:spPr>
          <a:xfrm>
            <a:off x="472440" y="566529"/>
            <a:ext cx="7962900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Do We Need Asynchronous JavaScript?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JavaScript executes one operation at a time, but some tasks take time, like: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Fetching data from a 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Reading a 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Waiting for a timer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If JavaScript waited for each task to finish, the whole program would freeze! Instead, it delegates long tasks and continues running other code.</a:t>
            </a:r>
          </a:p>
        </p:txBody>
      </p:sp>
    </p:spTree>
    <p:extLst>
      <p:ext uri="{BB962C8B-B14F-4D97-AF65-F5344CB8AC3E}">
        <p14:creationId xmlns:p14="http://schemas.microsoft.com/office/powerpoint/2010/main" val="1917957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BCCD66-CFA5-4F28-A666-DF901C7730F7}"/>
              </a:ext>
            </a:extLst>
          </p:cNvPr>
          <p:cNvSpPr/>
          <p:nvPr/>
        </p:nvSpPr>
        <p:spPr>
          <a:xfrm>
            <a:off x="327660" y="1647765"/>
            <a:ext cx="8366760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do we need it?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JavaScript runs code line by line, but sometimes we need to wait for tasks like: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Fetching data from a server (API calls)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Reading a 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Waiting for a timer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Earlier, we used callbacks (which led to "callback hell") or promises (.then()), but async/await makes it much cleaner!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AD0439-3CC6-43A5-95CE-EC8B94FD08F2}"/>
              </a:ext>
            </a:extLst>
          </p:cNvPr>
          <p:cNvSpPr/>
          <p:nvPr/>
        </p:nvSpPr>
        <p:spPr>
          <a:xfrm>
            <a:off x="327660" y="693658"/>
            <a:ext cx="82296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Async/Await?</a:t>
            </a: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Async/Await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way to handle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asynchronous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code in JavaScript, making it easier to read and write.</a:t>
            </a:r>
          </a:p>
        </p:txBody>
      </p:sp>
    </p:spTree>
    <p:extLst>
      <p:ext uri="{BB962C8B-B14F-4D97-AF65-F5344CB8AC3E}">
        <p14:creationId xmlns:p14="http://schemas.microsoft.com/office/powerpoint/2010/main" val="3959771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B58C68E-82FF-41B2-B801-A8C5531719C4}"/>
              </a:ext>
            </a:extLst>
          </p:cNvPr>
          <p:cNvSpPr/>
          <p:nvPr/>
        </p:nvSpPr>
        <p:spPr>
          <a:xfrm>
            <a:off x="434340" y="749409"/>
            <a:ext cx="8412480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Breaking it down: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async keyword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When you add async before a function, it automatically returns a promise.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async function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getData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{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return "Hello, World!";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getData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().then(console.log); 		// Output: Hello, World!</a:t>
            </a:r>
          </a:p>
        </p:txBody>
      </p:sp>
    </p:spTree>
    <p:extLst>
      <p:ext uri="{BB962C8B-B14F-4D97-AF65-F5344CB8AC3E}">
        <p14:creationId xmlns:p14="http://schemas.microsoft.com/office/powerpoint/2010/main" val="3333672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F83BEC8-34FE-4B04-AA6E-D50F3BC9F7A9}"/>
              </a:ext>
            </a:extLst>
          </p:cNvPr>
          <p:cNvSpPr/>
          <p:nvPr/>
        </p:nvSpPr>
        <p:spPr>
          <a:xfrm>
            <a:off x="533400" y="738664"/>
            <a:ext cx="8305800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await keyword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await pauses the function until the promise is resolved.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must be used inside an async function.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async function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fetchData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{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let response = await fetch("https://api.example.com/data");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let data = await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response.json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console.log(data); 	// This runs **only after** the data is fetched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fetchData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905458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17E883-0AEC-4ED5-BE07-51F385EEE252}"/>
              </a:ext>
            </a:extLst>
          </p:cNvPr>
          <p:cNvSpPr/>
          <p:nvPr/>
        </p:nvSpPr>
        <p:spPr>
          <a:xfrm>
            <a:off x="480060" y="591473"/>
            <a:ext cx="677418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Without and With Async/Await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❌ Without Async/Await (Using .then())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fetch("https://api.example.com/data")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.then(response =&gt;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response.json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())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.then(data =&gt; console.log(data))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.catch(error =&gt; console.log(error));</a:t>
            </a:r>
          </a:p>
        </p:txBody>
      </p:sp>
    </p:spTree>
    <p:extLst>
      <p:ext uri="{BB962C8B-B14F-4D97-AF65-F5344CB8AC3E}">
        <p14:creationId xmlns:p14="http://schemas.microsoft.com/office/powerpoint/2010/main" val="392832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2199E4-ECBC-42DD-8FA3-FB0FE3AA90DB}"/>
              </a:ext>
            </a:extLst>
          </p:cNvPr>
          <p:cNvSpPr/>
          <p:nvPr/>
        </p:nvSpPr>
        <p:spPr>
          <a:xfrm>
            <a:off x="464820" y="582097"/>
            <a:ext cx="791718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Async/Await (Cleaner &amp; Easier)</a:t>
            </a:r>
          </a:p>
          <a:p>
            <a:endParaRPr lang="en-US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async function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getData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{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try {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    let response = await fetch("https://api.example.com/data");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	         let data = await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response.json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    console.log(data);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} catch (error) {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    console.log(error);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}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getData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3090422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665DDD0-67EC-48F7-A6AB-77C4DE95D249}"/>
              </a:ext>
            </a:extLst>
          </p:cNvPr>
          <p:cNvSpPr/>
          <p:nvPr/>
        </p:nvSpPr>
        <p:spPr>
          <a:xfrm>
            <a:off x="464820" y="657969"/>
            <a:ext cx="8214360" cy="2646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Working with APIs using Fetch &amp; Async/Await</a:t>
            </a:r>
          </a:p>
          <a:p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an API?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An API (Application Programming Interface) allows different applications to communicate with each other.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example: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weather app gets live weather updates from an API.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shopping app fetches product details from an API.</a:t>
            </a:r>
          </a:p>
        </p:txBody>
      </p:sp>
    </p:spTree>
    <p:extLst>
      <p:ext uri="{BB962C8B-B14F-4D97-AF65-F5344CB8AC3E}">
        <p14:creationId xmlns:p14="http://schemas.microsoft.com/office/powerpoint/2010/main" val="3546383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68CC5E-71E5-42F8-B497-9BA41AABE759}"/>
              </a:ext>
            </a:extLst>
          </p:cNvPr>
          <p:cNvSpPr/>
          <p:nvPr/>
        </p:nvSpPr>
        <p:spPr>
          <a:xfrm>
            <a:off x="457200" y="578554"/>
            <a:ext cx="752094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fetch?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JavaScript provides the fetch() function to get data from APIs.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sends a request to the API.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API sends back data (usually in JSON format).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then process and use the data in our program.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9E698C-3F20-4B1C-BF7E-1C3FAD8760B7}"/>
              </a:ext>
            </a:extLst>
          </p:cNvPr>
          <p:cNvSpPr/>
          <p:nvPr/>
        </p:nvSpPr>
        <p:spPr>
          <a:xfrm>
            <a:off x="457200" y="2386340"/>
            <a:ext cx="4572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Fetching Data from an API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Fetching Random Users from an API</a:t>
            </a:r>
          </a:p>
        </p:txBody>
      </p:sp>
    </p:spTree>
    <p:extLst>
      <p:ext uri="{BB962C8B-B14F-4D97-AF65-F5344CB8AC3E}">
        <p14:creationId xmlns:p14="http://schemas.microsoft.com/office/powerpoint/2010/main" val="236283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7EA9B01-BA79-45BA-841E-07215448B81F}"/>
              </a:ext>
            </a:extLst>
          </p:cNvPr>
          <p:cNvSpPr/>
          <p:nvPr/>
        </p:nvSpPr>
        <p:spPr>
          <a:xfrm>
            <a:off x="434340" y="612904"/>
            <a:ext cx="851154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dirty="0"/>
              <a:t>async function </a:t>
            </a:r>
            <a:r>
              <a:rPr lang="en-US" sz="1500" dirty="0" err="1"/>
              <a:t>fetchUser</a:t>
            </a:r>
            <a:r>
              <a:rPr lang="en-US" sz="1500" dirty="0"/>
              <a:t>() {</a:t>
            </a:r>
          </a:p>
          <a:p>
            <a:r>
              <a:rPr lang="en-US" sz="1500" dirty="0"/>
              <a:t>            try {</a:t>
            </a:r>
          </a:p>
          <a:p>
            <a:r>
              <a:rPr lang="en-US" sz="1500" dirty="0"/>
              <a:t>                let response = await fetch("https://randomuser.me/</a:t>
            </a:r>
            <a:r>
              <a:rPr lang="en-US" sz="1500" dirty="0" err="1"/>
              <a:t>api</a:t>
            </a:r>
            <a:r>
              <a:rPr lang="en-US" sz="1500" dirty="0"/>
              <a:t>/"); // Fetch data from a public API</a:t>
            </a:r>
          </a:p>
          <a:p>
            <a:br>
              <a:rPr lang="en-US" sz="1500" dirty="0"/>
            </a:br>
            <a:r>
              <a:rPr lang="en-US" sz="1500" dirty="0"/>
              <a:t>                let data = await </a:t>
            </a:r>
            <a:r>
              <a:rPr lang="en-US" sz="1500" dirty="0" err="1"/>
              <a:t>response.json</a:t>
            </a:r>
            <a:r>
              <a:rPr lang="en-US" sz="1500" dirty="0"/>
              <a:t>(); 		// Convert response to JSON format</a:t>
            </a:r>
          </a:p>
          <a:p>
            <a:br>
              <a:rPr lang="en-US" sz="1500" dirty="0"/>
            </a:br>
            <a:r>
              <a:rPr lang="en-US" sz="1500" dirty="0"/>
              <a:t>                let user = </a:t>
            </a:r>
            <a:r>
              <a:rPr lang="en-US" sz="1500" dirty="0" err="1"/>
              <a:t>data.results</a:t>
            </a:r>
            <a:r>
              <a:rPr lang="en-US" sz="1500" dirty="0"/>
              <a:t>[0]; 		// Extract user details</a:t>
            </a:r>
          </a:p>
          <a:p>
            <a:r>
              <a:rPr lang="en-US" sz="1500" dirty="0"/>
              <a:t>                console.log("User Name:", </a:t>
            </a:r>
            <a:r>
              <a:rPr lang="en-US" sz="1500" dirty="0" err="1"/>
              <a:t>user.name.first</a:t>
            </a:r>
            <a:r>
              <a:rPr lang="en-US" sz="1500" dirty="0"/>
              <a:t>, </a:t>
            </a:r>
            <a:r>
              <a:rPr lang="en-US" sz="1500" dirty="0" err="1"/>
              <a:t>user.name.last</a:t>
            </a:r>
            <a:r>
              <a:rPr lang="en-US" sz="1500" dirty="0"/>
              <a:t>);</a:t>
            </a:r>
          </a:p>
          <a:p>
            <a:r>
              <a:rPr lang="en-US" sz="1500" dirty="0"/>
              <a:t>                console.log("Email:", </a:t>
            </a:r>
            <a:r>
              <a:rPr lang="en-US" sz="1500" dirty="0" err="1"/>
              <a:t>user.email</a:t>
            </a:r>
            <a:r>
              <a:rPr lang="en-US" sz="1500" dirty="0"/>
              <a:t>);</a:t>
            </a:r>
          </a:p>
          <a:p>
            <a:r>
              <a:rPr lang="en-US" sz="1500" dirty="0"/>
              <a:t>                console.log("Country:", </a:t>
            </a:r>
            <a:r>
              <a:rPr lang="en-US" sz="1500" dirty="0" err="1"/>
              <a:t>user.location.country</a:t>
            </a:r>
            <a:r>
              <a:rPr lang="en-US" sz="1500" dirty="0"/>
              <a:t>);</a:t>
            </a:r>
          </a:p>
          <a:p>
            <a:r>
              <a:rPr lang="en-US" sz="1500" dirty="0"/>
              <a:t>            } catch (error) {</a:t>
            </a:r>
          </a:p>
          <a:p>
            <a:r>
              <a:rPr lang="en-US" sz="1500" dirty="0"/>
              <a:t>                console.log("Error fetching data:", error);</a:t>
            </a:r>
          </a:p>
          <a:p>
            <a:r>
              <a:rPr lang="en-US" sz="1500" dirty="0"/>
              <a:t>            }</a:t>
            </a:r>
          </a:p>
          <a:p>
            <a:r>
              <a:rPr lang="en-US" sz="1500" dirty="0"/>
              <a:t>        }</a:t>
            </a:r>
          </a:p>
          <a:p>
            <a:br>
              <a:rPr lang="en-US" sz="1500" dirty="0"/>
            </a:br>
            <a:r>
              <a:rPr lang="en-US" sz="1500" dirty="0"/>
              <a:t>        </a:t>
            </a:r>
            <a:r>
              <a:rPr lang="en-US" sz="1500" dirty="0" err="1"/>
              <a:t>fetchUser</a:t>
            </a:r>
            <a:r>
              <a:rPr lang="en-US" sz="1500" dirty="0"/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4261319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574254-CEDF-4BB2-9CD0-A03D93D9ABC0}"/>
              </a:ext>
            </a:extLst>
          </p:cNvPr>
          <p:cNvSpPr/>
          <p:nvPr/>
        </p:nvSpPr>
        <p:spPr>
          <a:xfrm>
            <a:off x="464820" y="712351"/>
            <a:ext cx="7719060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Breaking Down the Code: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fetch("https://randomuser.me/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/") → Sends a request to the API.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await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response.json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→ Converts the response into JSON format.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Extracts user data (e.g., name, email, country).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Handles errors using try...catch.</a:t>
            </a:r>
          </a:p>
        </p:txBody>
      </p:sp>
    </p:spTree>
    <p:extLst>
      <p:ext uri="{BB962C8B-B14F-4D97-AF65-F5344CB8AC3E}">
        <p14:creationId xmlns:p14="http://schemas.microsoft.com/office/powerpoint/2010/main" val="2270441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C9E5AD-CD72-4E1D-A754-DA61B79A6C9F}"/>
              </a:ext>
            </a:extLst>
          </p:cNvPr>
          <p:cNvSpPr/>
          <p:nvPr/>
        </p:nvSpPr>
        <p:spPr>
          <a:xfrm>
            <a:off x="525780" y="575519"/>
            <a:ext cx="7642860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the API Response Looks (JSON Format)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When we call the API, it returns data like this: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JSON: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     "results": [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         {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             "name": { "first": "John", "last": "Doe" },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             "email": "johndoe@example.com",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             "location": { "country": "USA" }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         }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     ]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 }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extract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name.first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name.last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email, and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location.country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from this JSON.</a:t>
            </a:r>
          </a:p>
        </p:txBody>
      </p:sp>
    </p:spTree>
    <p:extLst>
      <p:ext uri="{BB962C8B-B14F-4D97-AF65-F5344CB8AC3E}">
        <p14:creationId xmlns:p14="http://schemas.microsoft.com/office/powerpoint/2010/main" val="32515018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76BD9A-8A3A-4798-A52B-FBED59DF67C1}"/>
              </a:ext>
            </a:extLst>
          </p:cNvPr>
          <p:cNvSpPr/>
          <p:nvPr/>
        </p:nvSpPr>
        <p:spPr>
          <a:xfrm>
            <a:off x="371475" y="559922"/>
            <a:ext cx="63507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Fetching API Data and Displaying in HTML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F37CBD-A2D5-407D-8798-68868457CB5D}"/>
              </a:ext>
            </a:extLst>
          </p:cNvPr>
          <p:cNvSpPr/>
          <p:nvPr/>
        </p:nvSpPr>
        <p:spPr>
          <a:xfrm>
            <a:off x="592931" y="929254"/>
            <a:ext cx="7958138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8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&lt;body&gt;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</a:t>
            </a:r>
            <a:r>
              <a:rPr lang="en-US" dirty="0">
                <a:solidFill>
                  <a:srgbClr val="8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&lt;button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E5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en-US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en-US" dirty="0" err="1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fetchBtn</a:t>
            </a:r>
            <a:r>
              <a:rPr lang="en-US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en-US" dirty="0">
                <a:solidFill>
                  <a:srgbClr val="8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Fetch User</a:t>
            </a:r>
            <a:r>
              <a:rPr lang="en-US" dirty="0">
                <a:solidFill>
                  <a:srgbClr val="8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&lt;/button&gt;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</a:t>
            </a:r>
            <a:r>
              <a:rPr lang="en-US" dirty="0">
                <a:solidFill>
                  <a:srgbClr val="8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&lt;p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E5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en-US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en-US" dirty="0" err="1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userData</a:t>
            </a:r>
            <a:r>
              <a:rPr lang="en-US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en-US" dirty="0">
                <a:solidFill>
                  <a:srgbClr val="8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&gt;&lt;/p&gt;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</a:t>
            </a:r>
            <a:r>
              <a:rPr lang="en-US" dirty="0">
                <a:solidFill>
                  <a:srgbClr val="8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&lt;script&gt;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 </a:t>
            </a:r>
            <a:r>
              <a:rPr lang="en-US" dirty="0" err="1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getElementById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en-US" dirty="0" err="1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fetchBtn</a:t>
            </a:r>
            <a:r>
              <a:rPr lang="en-US" dirty="0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  <a:r>
              <a:rPr lang="en-US" dirty="0" err="1">
                <a:solidFill>
                  <a:srgbClr val="795E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addEventListener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"click"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async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{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     </a:t>
            </a:r>
            <a:r>
              <a:rPr lang="en-US" dirty="0">
                <a:solidFill>
                  <a:srgbClr val="AF00D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try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{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         </a:t>
            </a:r>
            <a:r>
              <a:rPr lang="en-US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dirty="0">
                <a:solidFill>
                  <a:srgbClr val="AF00D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await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795E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fetch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"https://jsonplaceholder.typicode.com/users/1"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         </a:t>
            </a:r>
            <a:r>
              <a:rPr lang="en-US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dirty="0">
                <a:solidFill>
                  <a:srgbClr val="AF00D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await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response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json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();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         </a:t>
            </a:r>
            <a:r>
              <a:rPr lang="en-US" dirty="0" err="1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getElementById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en-US" dirty="0" err="1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userData</a:t>
            </a:r>
            <a:r>
              <a:rPr lang="en-US" dirty="0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  <a:r>
              <a:rPr lang="en-US" dirty="0" err="1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textContent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dirty="0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`Name: </a:t>
            </a:r>
            <a:r>
              <a:rPr lang="en-US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${</a:t>
            </a:r>
            <a:r>
              <a:rPr lang="en-US" dirty="0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dirty="0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US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  <a:r>
              <a:rPr lang="en-US" dirty="0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Email: </a:t>
            </a:r>
            <a:r>
              <a:rPr lang="en-US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${</a:t>
            </a:r>
            <a:r>
              <a:rPr lang="en-US" dirty="0" err="1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dirty="0" err="1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</a:t>
            </a:r>
            <a:r>
              <a:rPr lang="en-US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  <a:r>
              <a:rPr lang="en-US" dirty="0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`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     } </a:t>
            </a:r>
            <a:r>
              <a:rPr lang="en-US" dirty="0">
                <a:solidFill>
                  <a:srgbClr val="AF00D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catch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dirty="0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error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{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         </a:t>
            </a:r>
            <a:r>
              <a:rPr lang="en-US" dirty="0" err="1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getElementById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en-US" dirty="0" err="1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userData</a:t>
            </a:r>
            <a:r>
              <a:rPr lang="en-US" dirty="0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  <a:r>
              <a:rPr lang="en-US" dirty="0" err="1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textContent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dirty="0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"Failed to fetch data"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     }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 });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</a:t>
            </a:r>
            <a:r>
              <a:rPr lang="en-US" dirty="0">
                <a:solidFill>
                  <a:srgbClr val="8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&lt;/script&gt;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8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&lt;/body&gt;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22455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70046F0-B37D-447A-965E-4EB3368889A6}"/>
              </a:ext>
            </a:extLst>
          </p:cNvPr>
          <p:cNvSpPr/>
          <p:nvPr/>
        </p:nvSpPr>
        <p:spPr>
          <a:xfrm>
            <a:off x="407096" y="731757"/>
            <a:ext cx="170110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Submission Notes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50BD60-088E-45F4-9E84-A5D87DC7E7CE}"/>
              </a:ext>
            </a:extLst>
          </p:cNvPr>
          <p:cNvSpPr/>
          <p:nvPr/>
        </p:nvSpPr>
        <p:spPr>
          <a:xfrm>
            <a:off x="485676" y="1065595"/>
            <a:ext cx="4886424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Capture Evidence: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Take screenshots or record a short video for each task.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 your evidence clearly shows the completed task.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0F3B4A-4629-4C18-ADAA-B2F699C82F52}"/>
              </a:ext>
            </a:extLst>
          </p:cNvPr>
          <p:cNvSpPr/>
          <p:nvPr/>
        </p:nvSpPr>
        <p:spPr>
          <a:xfrm>
            <a:off x="400749" y="1857418"/>
            <a:ext cx="597941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Upload Tasks: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Upload each task as a separate folder or file in your GitHub repository.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8E690E-992D-4F7C-8396-B8B2EF2C760A}"/>
              </a:ext>
            </a:extLst>
          </p:cNvPr>
          <p:cNvSpPr/>
          <p:nvPr/>
        </p:nvSpPr>
        <p:spPr>
          <a:xfrm>
            <a:off x="400749" y="2571750"/>
            <a:ext cx="7143051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LinkedIn Post: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short post summarizing what you learned and how you completed the tasks.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Highlight your key takeaways.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Mention the following account in your post: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5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Shahzad</a:t>
            </a:r>
            <a:r>
              <a:rPr lang="en-GB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khan</a:t>
            </a:r>
            <a:endParaRPr lang="en-US" sz="15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32094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Cookies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GB" sz="1600" b="1" dirty="0"/>
              <a:t>Cookies</a:t>
            </a:r>
            <a:r>
              <a:rPr lang="en-GB" sz="1600" dirty="0"/>
              <a:t> are small pieces of data stored on the user’s browser — usually created by the </a:t>
            </a:r>
            <a:r>
              <a:rPr lang="en-GB" sz="1600" b="1" dirty="0"/>
              <a:t>server</a:t>
            </a:r>
            <a:r>
              <a:rPr lang="en-GB" sz="1600" dirty="0"/>
              <a:t> and sent via </a:t>
            </a:r>
            <a:r>
              <a:rPr lang="en-GB" sz="1600" b="1" dirty="0"/>
              <a:t>HTTP headers</a:t>
            </a:r>
            <a:r>
              <a:rPr lang="en-GB" sz="1600" dirty="0"/>
              <a:t>, though they can also be created in </a:t>
            </a:r>
            <a:r>
              <a:rPr lang="en-GB" sz="1600" b="1" dirty="0"/>
              <a:t>JavaScript</a:t>
            </a:r>
            <a:r>
              <a:rPr lang="en-GB" sz="1600" dirty="0"/>
              <a:t>.</a:t>
            </a:r>
          </a:p>
          <a:p>
            <a:r>
              <a:rPr lang="en-US" sz="2400" b="1" dirty="0" err="1"/>
              <a:t>document.cookie</a:t>
            </a:r>
            <a:r>
              <a:rPr lang="en-US" sz="2400" b="1" dirty="0"/>
              <a:t> = "token=abc123xyz; expires=" + new Date(</a:t>
            </a:r>
            <a:r>
              <a:rPr lang="en-US" sz="2400" b="1" dirty="0" err="1"/>
              <a:t>Date.now</a:t>
            </a:r>
            <a:r>
              <a:rPr lang="en-US" sz="2400" b="1" dirty="0"/>
              <a:t>() + 60 * 60 * 1000).</a:t>
            </a:r>
            <a:r>
              <a:rPr lang="en-US" sz="2400" b="1" dirty="0" err="1"/>
              <a:t>toUTCString</a:t>
            </a:r>
            <a:r>
              <a:rPr lang="en-US" sz="2400" b="1" dirty="0"/>
              <a:t>();</a:t>
            </a:r>
          </a:p>
          <a:p>
            <a:r>
              <a:rPr lang="en-US" sz="2400" b="1" dirty="0"/>
              <a:t>console.log(</a:t>
            </a:r>
            <a:r>
              <a:rPr lang="en-US" sz="2400" b="1" dirty="0" err="1"/>
              <a:t>document.cookie</a:t>
            </a:r>
            <a:r>
              <a:rPr lang="en-US" sz="2400" b="1" dirty="0"/>
              <a:t>);</a:t>
            </a:r>
          </a:p>
          <a:p>
            <a:r>
              <a:rPr lang="en-GB" sz="2400" b="1" dirty="0"/>
              <a:t>Delete cookies</a:t>
            </a:r>
          </a:p>
          <a:p>
            <a:r>
              <a:rPr lang="en-GB" sz="2400" b="1" dirty="0" err="1"/>
              <a:t>document.cookie</a:t>
            </a:r>
            <a:r>
              <a:rPr lang="en-GB" sz="2400" b="1" dirty="0"/>
              <a:t> = "token=; expires=Thu, 01 Jan 1970 00:00:00 UTC; path=/";</a:t>
            </a:r>
          </a:p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3009582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2EC73A5-44C7-46E8-AB3B-57119B14DE17}"/>
              </a:ext>
            </a:extLst>
          </p:cNvPr>
          <p:cNvSpPr/>
          <p:nvPr/>
        </p:nvSpPr>
        <p:spPr>
          <a:xfrm>
            <a:off x="1794637" y="1786920"/>
            <a:ext cx="5554726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206165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7266</TotalTime>
  <Words>1239</Words>
  <Application>Microsoft Office PowerPoint</Application>
  <PresentationFormat>On-screen Show (16:9)</PresentationFormat>
  <Paragraphs>144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Lucida Sans Unicode</vt:lpstr>
      <vt:lpstr>Verdana</vt:lpstr>
      <vt:lpstr>Wingdings 2</vt:lpstr>
      <vt:lpstr>Wingdings 3</vt:lpstr>
      <vt:lpstr>Concourse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Cookies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WAQAS KHAN</cp:lastModifiedBy>
  <cp:revision>307</cp:revision>
  <dcterms:modified xsi:type="dcterms:W3CDTF">2026-03-03T14:05:37Z</dcterms:modified>
</cp:coreProperties>
</file>