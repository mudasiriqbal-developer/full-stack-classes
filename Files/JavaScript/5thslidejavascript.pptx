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17"/>
  </p:notesMasterIdLst>
  <p:sldIdLst>
    <p:sldId id="305" r:id="rId2"/>
    <p:sldId id="380" r:id="rId3"/>
    <p:sldId id="381" r:id="rId4"/>
    <p:sldId id="379" r:id="rId5"/>
    <p:sldId id="401" r:id="rId6"/>
    <p:sldId id="382" r:id="rId7"/>
    <p:sldId id="383" r:id="rId8"/>
    <p:sldId id="384" r:id="rId9"/>
    <p:sldId id="385" r:id="rId10"/>
    <p:sldId id="386" r:id="rId11"/>
    <p:sldId id="387" r:id="rId12"/>
    <p:sldId id="388" r:id="rId13"/>
    <p:sldId id="389" r:id="rId14"/>
    <p:sldId id="390" r:id="rId15"/>
    <p:sldId id="285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4660"/>
  </p:normalViewPr>
  <p:slideViewPr>
    <p:cSldViewPr snapToGrid="0">
      <p:cViewPr varScale="1">
        <p:scale>
          <a:sx n="84" d="100"/>
          <a:sy n="84" d="100"/>
        </p:scale>
        <p:origin x="916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45701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183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3302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691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5737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6759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0030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4828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496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9342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8636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3010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399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0087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3865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4AF466F-BDA4-4F18-9C7B-FF0A9A1B0E80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/>
          <a:p>
            <a:fld id="{EBEE1B38-C5EB-4D66-9137-0AFE9CDEDE8F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C14CF7-5720-4CB1-AD2F-1FE08CC1AE14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05</a:t>
            </a:r>
          </a:p>
        </p:txBody>
      </p:sp>
    </p:spTree>
    <p:extLst>
      <p:ext uri="{BB962C8B-B14F-4D97-AF65-F5344CB8AC3E}">
        <p14:creationId xmlns:p14="http://schemas.microsoft.com/office/powerpoint/2010/main" val="2539986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A51818-F7D3-48E8-9AD2-F85051E3B494}"/>
              </a:ext>
            </a:extLst>
          </p:cNvPr>
          <p:cNvSpPr/>
          <p:nvPr/>
        </p:nvSpPr>
        <p:spPr>
          <a:xfrm>
            <a:off x="429499" y="610493"/>
            <a:ext cx="31005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the DOM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D0955A-6F24-41C7-86B6-811ECE39EEC4}"/>
              </a:ext>
            </a:extLst>
          </p:cNvPr>
          <p:cNvSpPr/>
          <p:nvPr/>
        </p:nvSpPr>
        <p:spPr>
          <a:xfrm>
            <a:off x="429499" y="1127462"/>
            <a:ext cx="8014414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DOM?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The DOM (Document Object Model) is a representation of the structure of an HTML document as a tree of nodes. It allows JavaScript to access, manipulate, and modify the structure and content of web pages.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 Structure: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HTML elements are represented as nodes (e.g., &lt;html&gt;, &lt;body&gt;, &lt;div&gt;, etc.). Text content is also represented as text nodes.</a:t>
            </a:r>
          </a:p>
        </p:txBody>
      </p:sp>
    </p:spTree>
    <p:extLst>
      <p:ext uri="{BB962C8B-B14F-4D97-AF65-F5344CB8AC3E}">
        <p14:creationId xmlns:p14="http://schemas.microsoft.com/office/powerpoint/2010/main" val="3649953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2EC375-CC96-4591-9BF1-5942765F9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55" y="615316"/>
            <a:ext cx="7583090" cy="409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30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F034A9-F466-4BE3-86A4-1087635FD683}"/>
              </a:ext>
            </a:extLst>
          </p:cNvPr>
          <p:cNvSpPr/>
          <p:nvPr/>
        </p:nvSpPr>
        <p:spPr>
          <a:xfrm>
            <a:off x="479505" y="636806"/>
            <a:ext cx="538551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(HTML and its DOM Structure):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&lt;body&gt;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&lt;h1 id="heading"&gt;Hello&lt;/h1&gt;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&lt;p&gt;This is a paragraph.&lt;/p&gt;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&lt;/body&gt;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8C9236-3D20-48BA-8368-BFBFCA0FFAE9}"/>
              </a:ext>
            </a:extLst>
          </p:cNvPr>
          <p:cNvSpPr/>
          <p:nvPr/>
        </p:nvSpPr>
        <p:spPr>
          <a:xfrm>
            <a:off x="479505" y="2114134"/>
            <a:ext cx="4572000" cy="13542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 Tree Structure:</a:t>
            </a:r>
          </a:p>
          <a:p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h1 (with id heading)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(Text: "This is a paragraph.")</a:t>
            </a:r>
          </a:p>
        </p:txBody>
      </p:sp>
    </p:spTree>
    <p:extLst>
      <p:ext uri="{BB962C8B-B14F-4D97-AF65-F5344CB8AC3E}">
        <p14:creationId xmlns:p14="http://schemas.microsoft.com/office/powerpoint/2010/main" val="1639940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8E8704-CAC5-4D32-9B96-A2687AD8F10D}"/>
              </a:ext>
            </a:extLst>
          </p:cNvPr>
          <p:cNvSpPr/>
          <p:nvPr/>
        </p:nvSpPr>
        <p:spPr>
          <a:xfrm>
            <a:off x="458699" y="608114"/>
            <a:ext cx="3068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Parts of the Document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6E7939-AB96-46B9-8FF2-A309620553C1}"/>
              </a:ext>
            </a:extLst>
          </p:cNvPr>
          <p:cNvSpPr/>
          <p:nvPr/>
        </p:nvSpPr>
        <p:spPr>
          <a:xfrm>
            <a:off x="458699" y="1069779"/>
            <a:ext cx="678352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document.title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 // Shows the page 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console.log(document.URL);    // Shows the page URL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document.body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  // Shows the body 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document.head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  // Shows the head 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document.images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// Shows all images on the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document.links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 // Shows all links on the page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966F54-8D09-4F00-A990-E8F6FA1615E9}"/>
              </a:ext>
            </a:extLst>
          </p:cNvPr>
          <p:cNvSpPr/>
          <p:nvPr/>
        </p:nvSpPr>
        <p:spPr>
          <a:xfrm>
            <a:off x="458699" y="2888397"/>
            <a:ext cx="46618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Modify the Document in Real-Time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A9A79B-459F-4BEE-9351-F1FF8092101F}"/>
              </a:ext>
            </a:extLst>
          </p:cNvPr>
          <p:cNvSpPr/>
          <p:nvPr/>
        </p:nvSpPr>
        <p:spPr>
          <a:xfrm>
            <a:off x="458699" y="3285770"/>
            <a:ext cx="84194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document.title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"Hello, Students!"; 	// Changes the title dynamically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document.body.style.backgroundColor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lightblue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"; 	// Changes background color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document.body.innerHTML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+= "&lt;h2&gt;Welcome to JavaScript DOM!&lt;/h2&gt;"; 	// Adds a heading</a:t>
            </a:r>
          </a:p>
        </p:txBody>
      </p:sp>
    </p:spTree>
    <p:extLst>
      <p:ext uri="{BB962C8B-B14F-4D97-AF65-F5344CB8AC3E}">
        <p14:creationId xmlns:p14="http://schemas.microsoft.com/office/powerpoint/2010/main" val="422173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5191E6-34FD-48D5-B865-0D9C8B106D0A}"/>
              </a:ext>
            </a:extLst>
          </p:cNvPr>
          <p:cNvSpPr/>
          <p:nvPr/>
        </p:nvSpPr>
        <p:spPr>
          <a:xfrm>
            <a:off x="414338" y="662553"/>
            <a:ext cx="843676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Accessing DOM Elements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We can use JavaScript methods to access elements and manipulate them.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Retrieves an element by its id.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&lt;h1 id="heading"&gt;Hello, World!&lt;/h1&gt;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heading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("heading");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heading.innerText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		// Output: Hello, World!</a:t>
            </a:r>
          </a:p>
        </p:txBody>
      </p:sp>
    </p:spTree>
    <p:extLst>
      <p:ext uri="{BB962C8B-B14F-4D97-AF65-F5344CB8AC3E}">
        <p14:creationId xmlns:p14="http://schemas.microsoft.com/office/powerpoint/2010/main" val="423637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97CD2C-C595-4595-A205-EC0C82FEC25D}"/>
              </a:ext>
            </a:extLst>
          </p:cNvPr>
          <p:cNvSpPr/>
          <p:nvPr/>
        </p:nvSpPr>
        <p:spPr>
          <a:xfrm>
            <a:off x="464344" y="683985"/>
            <a:ext cx="8008144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document.getElementsByClassName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Retrieves elements by their class name (returns an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HTMLCollection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&lt;div class="box"&gt;Box 1&lt;/div&gt;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&lt;div class="box"&gt;Box 2&lt;/div&gt;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boxes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document.getElementsByClassName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("box");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console.log(boxes[1].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		// Output: Box 1</a:t>
            </a:r>
          </a:p>
        </p:txBody>
      </p:sp>
    </p:spTree>
    <p:extLst>
      <p:ext uri="{BB962C8B-B14F-4D97-AF65-F5344CB8AC3E}">
        <p14:creationId xmlns:p14="http://schemas.microsoft.com/office/powerpoint/2010/main" val="178829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FB9098-4D58-4BBC-88ED-3651613B9934}"/>
              </a:ext>
            </a:extLst>
          </p:cNvPr>
          <p:cNvSpPr/>
          <p:nvPr/>
        </p:nvSpPr>
        <p:spPr>
          <a:xfrm>
            <a:off x="503634" y="633978"/>
            <a:ext cx="8136731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document.getElementsByTagName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Retrieves all elements with the specified tag name.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&lt;p&gt;Paragraph 1&lt;/p&gt;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&lt;p&gt;Paragraph 2&lt;/p&gt;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paragraphs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document.getElementsByTagName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("p");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console.log(paragraphs[1].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	 	// Output: Paragraph 2</a:t>
            </a:r>
          </a:p>
        </p:txBody>
      </p:sp>
    </p:spTree>
    <p:extLst>
      <p:ext uri="{BB962C8B-B14F-4D97-AF65-F5344CB8AC3E}">
        <p14:creationId xmlns:p14="http://schemas.microsoft.com/office/powerpoint/2010/main" val="2949459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DF437D-6ED9-4696-ABEE-37DBC174601A}"/>
              </a:ext>
            </a:extLst>
          </p:cNvPr>
          <p:cNvSpPr/>
          <p:nvPr/>
        </p:nvSpPr>
        <p:spPr>
          <a:xfrm>
            <a:off x="478630" y="685681"/>
            <a:ext cx="7415213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querySelector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Selects the first element that matches the CSS selector.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&lt;h1 id="heading"&gt;Hello!&lt;/h1&gt;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heading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document.querySelector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("#heading");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heading.innerText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 		// Output: Hello!</a:t>
            </a:r>
          </a:p>
        </p:txBody>
      </p:sp>
    </p:spTree>
    <p:extLst>
      <p:ext uri="{BB962C8B-B14F-4D97-AF65-F5344CB8AC3E}">
        <p14:creationId xmlns:p14="http://schemas.microsoft.com/office/powerpoint/2010/main" val="3177376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AED08D-1A3E-4CB9-A70A-9805E9B14371}"/>
              </a:ext>
            </a:extLst>
          </p:cNvPr>
          <p:cNvSpPr/>
          <p:nvPr/>
        </p:nvSpPr>
        <p:spPr>
          <a:xfrm>
            <a:off x="450056" y="698838"/>
            <a:ext cx="7436644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querySelectorAll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Selects all elements that match the CSS selector (returns a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NodeList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&lt;div class="box"&gt;Box 1&lt;/div&gt;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&lt;div class="box"&gt;Box 2&lt;/div&gt;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boxes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document.querySelectorAll</a:t>
            </a:r>
            <a:r>
              <a:rPr 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(“.box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  	console.log(boxes[0].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innerHTML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851244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23F514-0D9D-4039-BAF9-F4EB52509616}"/>
              </a:ext>
            </a:extLst>
          </p:cNvPr>
          <p:cNvSpPr/>
          <p:nvPr/>
        </p:nvSpPr>
        <p:spPr>
          <a:xfrm>
            <a:off x="500063" y="669697"/>
            <a:ext cx="8643936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Modifying the DOM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Text Content: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Using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innerHTML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we can change the text inside an element.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&lt;h1 id="heading"&gt;Original Text&lt;/h1&gt;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heading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("heading");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heading.innerText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"Updated Text"; 		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 Changes text to "Updated Text"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02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674678-F1EF-4F8C-B195-D7D79A987712}"/>
              </a:ext>
            </a:extLst>
          </p:cNvPr>
          <p:cNvSpPr/>
          <p:nvPr/>
        </p:nvSpPr>
        <p:spPr>
          <a:xfrm>
            <a:off x="464342" y="691694"/>
            <a:ext cx="852249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Attributes: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Using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setAttribute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(), we can modify the attributes of an element.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html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&lt;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id="image"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="old-image.jpg" &gt; 		// old car image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document.getElementById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("image");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img.setAttribute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 "new-image.jpg"); 	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// Changes the image source</a:t>
            </a:r>
          </a:p>
        </p:txBody>
      </p:sp>
    </p:spTree>
    <p:extLst>
      <p:ext uri="{BB962C8B-B14F-4D97-AF65-F5344CB8AC3E}">
        <p14:creationId xmlns:p14="http://schemas.microsoft.com/office/powerpoint/2010/main" val="781536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2A3550-4095-4996-9E2D-2241552914C0}"/>
              </a:ext>
            </a:extLst>
          </p:cNvPr>
          <p:cNvSpPr/>
          <p:nvPr/>
        </p:nvSpPr>
        <p:spPr>
          <a:xfrm>
            <a:off x="464343" y="664250"/>
            <a:ext cx="744378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Styles: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Using the style property, we can modify the element’s CSS.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javascript</a:t>
            </a:r>
            <a:endParaRPr lang="en-US" sz="2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heading.style.color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"blue"; 		// Changes text color to blue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heading.style.fontSize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"24px"; 	// Changes font size</a:t>
            </a:r>
          </a:p>
        </p:txBody>
      </p:sp>
    </p:spTree>
    <p:extLst>
      <p:ext uri="{BB962C8B-B14F-4D97-AF65-F5344CB8AC3E}">
        <p14:creationId xmlns:p14="http://schemas.microsoft.com/office/powerpoint/2010/main" val="978505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02134F-15F9-4A75-B192-9D2D40FB3C65}"/>
              </a:ext>
            </a:extLst>
          </p:cNvPr>
          <p:cNvSpPr/>
          <p:nvPr/>
        </p:nvSpPr>
        <p:spPr>
          <a:xfrm>
            <a:off x="471486" y="655976"/>
            <a:ext cx="7715251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Home Task 5</a:t>
            </a:r>
          </a:p>
          <a:p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Access elements using </a:t>
            </a:r>
            <a:r>
              <a:rPr lang="en-US" sz="1800" dirty="0" err="1"/>
              <a:t>getElementById</a:t>
            </a:r>
            <a:r>
              <a:rPr lang="en-US" sz="1800" dirty="0"/>
              <a:t>(), </a:t>
            </a:r>
            <a:r>
              <a:rPr lang="en-US" sz="1800" dirty="0" err="1"/>
              <a:t>getElementsByClassName</a:t>
            </a:r>
            <a:r>
              <a:rPr lang="en-US" sz="1800" dirty="0"/>
              <a:t>(), and </a:t>
            </a:r>
            <a:r>
              <a:rPr lang="en-US" sz="1800" dirty="0" err="1"/>
              <a:t>querySelector</a:t>
            </a:r>
            <a:r>
              <a:rPr lang="en-US" sz="1800" dirty="0"/>
              <a:t>().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Change the text content of a paragraph element.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Change the background color of a div when a button is clicked.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Add a border to an image on mouse hover.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Create a form with two inputs and a submit button. Display the entered values when the button is clicked.</a:t>
            </a:r>
          </a:p>
        </p:txBody>
      </p:sp>
    </p:spTree>
    <p:extLst>
      <p:ext uri="{BB962C8B-B14F-4D97-AF65-F5344CB8AC3E}">
        <p14:creationId xmlns:p14="http://schemas.microsoft.com/office/powerpoint/2010/main" val="2637683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EC73A5-44C7-46E8-AB3B-57119B14DE17}"/>
              </a:ext>
            </a:extLst>
          </p:cNvPr>
          <p:cNvSpPr/>
          <p:nvPr/>
        </p:nvSpPr>
        <p:spPr>
          <a:xfrm>
            <a:off x="1794637" y="1786920"/>
            <a:ext cx="55547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7266</TotalTime>
  <Words>863</Words>
  <Application>Microsoft Office PowerPoint</Application>
  <PresentationFormat>On-screen Show (16:9)</PresentationFormat>
  <Paragraphs>113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Lucida Sans Unicode</vt:lpstr>
      <vt:lpstr>Verdana</vt:lpstr>
      <vt:lpstr>Wingdings 2</vt:lpstr>
      <vt:lpstr>Wingdings 3</vt:lpstr>
      <vt:lpstr>Concourse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WAQAS KHAN</cp:lastModifiedBy>
  <cp:revision>307</cp:revision>
  <dcterms:modified xsi:type="dcterms:W3CDTF">2026-03-02T10:51:41Z</dcterms:modified>
</cp:coreProperties>
</file>