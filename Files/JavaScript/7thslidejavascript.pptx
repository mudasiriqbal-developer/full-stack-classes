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3"/>
  </p:notesMasterIdLst>
  <p:sldIdLst>
    <p:sldId id="396" r:id="rId2"/>
    <p:sldId id="304" r:id="rId3"/>
    <p:sldId id="307" r:id="rId4"/>
    <p:sldId id="306" r:id="rId5"/>
    <p:sldId id="413" r:id="rId6"/>
    <p:sldId id="414" r:id="rId7"/>
    <p:sldId id="409" r:id="rId8"/>
    <p:sldId id="410" r:id="rId9"/>
    <p:sldId id="411" r:id="rId10"/>
    <p:sldId id="412" r:id="rId11"/>
    <p:sldId id="285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660"/>
  </p:normalViewPr>
  <p:slideViewPr>
    <p:cSldViewPr snapToGrid="0">
      <p:cViewPr>
        <p:scale>
          <a:sx n="110" d="100"/>
          <a:sy n="110" d="100"/>
        </p:scale>
        <p:origin x="-360" y="-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45701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5039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6860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7167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338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8718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445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8729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7981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4AF466F-BDA4-4F18-9C7B-FF0A9A1B0E80}" type="datetime1">
              <a:rPr lang="en-US" smtClean="0"/>
              <a:pPr/>
              <a:t>3/26/2026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/>
          <a:p>
            <a:fld id="{EBEE1B38-C5EB-4D66-9137-0AFE9CDEDE8F}" type="datetime1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C9E4789-2746-4C25-88A0-4123A89D0DB3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07</a:t>
            </a:r>
          </a:p>
        </p:txBody>
      </p:sp>
    </p:spTree>
    <p:extLst>
      <p:ext uri="{BB962C8B-B14F-4D97-AF65-F5344CB8AC3E}">
        <p14:creationId xmlns:p14="http://schemas.microsoft.com/office/powerpoint/2010/main" val="410725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D5809F6-B4EA-43C7-8459-6E9829BD9674}"/>
              </a:ext>
            </a:extLst>
          </p:cNvPr>
          <p:cNvSpPr/>
          <p:nvPr/>
        </p:nvSpPr>
        <p:spPr>
          <a:xfrm>
            <a:off x="435768" y="597694"/>
            <a:ext cx="8429625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Events &amp; ES6 Features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Events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events allow interaction with users when they perform actions such as clicking, hovering, or pressing keys. Events make web pages dynamic and interactive.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JavaScript Events: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onclick - Triggers when an element is clicked.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onmouseover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Triggers when the mouse hovers over an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onkeydown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Triggers when a key is pressed.</a:t>
            </a:r>
          </a:p>
        </p:txBody>
      </p:sp>
    </p:spTree>
    <p:extLst>
      <p:ext uri="{BB962C8B-B14F-4D97-AF65-F5344CB8AC3E}">
        <p14:creationId xmlns:p14="http://schemas.microsoft.com/office/powerpoint/2010/main" val="251130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6F33FC9-E170-4AE0-81FC-F2C559A6E042}"/>
              </a:ext>
            </a:extLst>
          </p:cNvPr>
          <p:cNvSpPr/>
          <p:nvPr/>
        </p:nvSpPr>
        <p:spPr>
          <a:xfrm>
            <a:off x="442912" y="2574966"/>
            <a:ext cx="71151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Using JavaScript Event Listener (Recommended):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&lt;button id="</a:t>
            </a: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myButton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"&gt;Click Me&lt;/button&gt;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Js: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myButton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    	</a:t>
            </a: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btn.addEventListener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function() {        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alert("Button Clicked!");    });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B495E01-BDFE-4865-B9BE-9F8AADF3D1E1}"/>
              </a:ext>
            </a:extLst>
          </p:cNvPr>
          <p:cNvSpPr/>
          <p:nvPr/>
        </p:nvSpPr>
        <p:spPr>
          <a:xfrm>
            <a:off x="442912" y="4329292"/>
            <a:ext cx="83653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method is preferred as it keeps the JavaScript code separate from HTML, making it easier to manage and maintain.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494E88D-0AF4-4B13-8D46-87E2CF616D0D}"/>
              </a:ext>
            </a:extLst>
          </p:cNvPr>
          <p:cNvSpPr/>
          <p:nvPr/>
        </p:nvSpPr>
        <p:spPr>
          <a:xfrm>
            <a:off x="442913" y="552598"/>
            <a:ext cx="730805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Events in JavaScript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Using HTML Attribute (Not Recommended):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&lt;button onclick="alert('Button Clicked!')"&gt;Click Me&lt;/button&gt;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152EBD0-5B82-4275-A361-47E0AC81982E}"/>
              </a:ext>
            </a:extLst>
          </p:cNvPr>
          <p:cNvSpPr/>
          <p:nvPr/>
        </p:nvSpPr>
        <p:spPr>
          <a:xfrm>
            <a:off x="442912" y="1845259"/>
            <a:ext cx="7686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method is not recommended because it makes the HTML code less readable and harder to manage.</a:t>
            </a:r>
          </a:p>
        </p:txBody>
      </p:sp>
    </p:spTree>
    <p:extLst>
      <p:ext uri="{BB962C8B-B14F-4D97-AF65-F5344CB8AC3E}">
        <p14:creationId xmlns:p14="http://schemas.microsoft.com/office/powerpoint/2010/main" val="264251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5774490-66F4-4DFC-A865-6ED63E590854}"/>
              </a:ext>
            </a:extLst>
          </p:cNvPr>
          <p:cNvSpPr/>
          <p:nvPr/>
        </p:nvSpPr>
        <p:spPr>
          <a:xfrm>
            <a:off x="478632" y="616505"/>
            <a:ext cx="8438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Template Literals (String Interpolation):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Allows embedding variables directly into strings using backticks (`).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BCDE9B6-2407-4F56-BF06-38275F6A66F8}"/>
              </a:ext>
            </a:extLst>
          </p:cNvPr>
          <p:cNvSpPr/>
          <p:nvPr/>
        </p:nvSpPr>
        <p:spPr>
          <a:xfrm>
            <a:off x="478632" y="1202858"/>
            <a:ext cx="6915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name = "John";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console.log(`Hello, ${name}!`); 	// Output: Hello, John!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6DB38A9-84FA-453C-AA8F-CDB60E6E00F8}"/>
              </a:ext>
            </a:extLst>
          </p:cNvPr>
          <p:cNvSpPr/>
          <p:nvPr/>
        </p:nvSpPr>
        <p:spPr>
          <a:xfrm>
            <a:off x="478632" y="1973818"/>
            <a:ext cx="58578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Spread &amp; Rest Operators: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Spread (...): Expands arrays or objects</a:t>
            </a:r>
            <a:r>
              <a:rPr lang="en-US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(...): Collects multiple values into an array.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491AD4C-A880-4D0E-AF85-73E1E1251BFE}"/>
              </a:ext>
            </a:extLst>
          </p:cNvPr>
          <p:cNvSpPr/>
          <p:nvPr/>
        </p:nvSpPr>
        <p:spPr>
          <a:xfrm>
            <a:off x="700088" y="2960222"/>
            <a:ext cx="58578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[1, 2, 3];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newArr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[...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4, 5];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newArr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// Output: [1, 2, 3, 4, 5]</a:t>
            </a:r>
          </a:p>
        </p:txBody>
      </p:sp>
    </p:spTree>
    <p:extLst>
      <p:ext uri="{BB962C8B-B14F-4D97-AF65-F5344CB8AC3E}">
        <p14:creationId xmlns:p14="http://schemas.microsoft.com/office/powerpoint/2010/main" val="2818776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Spread operator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const</a:t>
            </a:r>
            <a:r>
              <a:rPr lang="en-US" sz="1800" dirty="0"/>
              <a:t> arr1 = [1, 2, 3];</a:t>
            </a:r>
          </a:p>
          <a:p>
            <a:r>
              <a:rPr lang="en-US" sz="1800" dirty="0" err="1"/>
              <a:t>const</a:t>
            </a:r>
            <a:r>
              <a:rPr lang="en-US" sz="1800" dirty="0"/>
              <a:t> arr2 = [...arr1, 4, 5];</a:t>
            </a:r>
          </a:p>
          <a:p>
            <a:endParaRPr lang="en-US" sz="1800" dirty="0"/>
          </a:p>
          <a:p>
            <a:r>
              <a:rPr lang="en-US" sz="1800" dirty="0"/>
              <a:t>console.log(arr2);</a:t>
            </a:r>
          </a:p>
          <a:p>
            <a:r>
              <a:rPr lang="en-US" sz="1800" dirty="0"/>
              <a:t>// Output: [1, 2, 3, 4, 5]</a:t>
            </a:r>
          </a:p>
        </p:txBody>
      </p:sp>
    </p:spTree>
    <p:extLst>
      <p:ext uri="{BB962C8B-B14F-4D97-AF65-F5344CB8AC3E}">
        <p14:creationId xmlns:p14="http://schemas.microsoft.com/office/powerpoint/2010/main" val="98100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Rest operator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600" dirty="0" err="1"/>
              <a:t>const</a:t>
            </a:r>
            <a:r>
              <a:rPr lang="en-GB" sz="1600" dirty="0"/>
              <a:t> [first, ...rest] = [10, 20, 30, 40];</a:t>
            </a:r>
          </a:p>
          <a:p>
            <a:endParaRPr lang="en-GB" sz="1600" dirty="0"/>
          </a:p>
          <a:p>
            <a:r>
              <a:rPr lang="en-GB" sz="1600" dirty="0"/>
              <a:t>console.log(first); // 10</a:t>
            </a:r>
          </a:p>
          <a:p>
            <a:r>
              <a:rPr lang="en-GB" sz="1600" dirty="0"/>
              <a:t>console.log(rest);  // [20, 30, 40]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45293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D455FDB-4474-4B29-80E4-316CA5186685}"/>
              </a:ext>
            </a:extLst>
          </p:cNvPr>
          <p:cNvSpPr/>
          <p:nvPr/>
        </p:nvSpPr>
        <p:spPr>
          <a:xfrm>
            <a:off x="416117" y="696218"/>
            <a:ext cx="4113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Operator Example: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05AE624-30EA-4A85-9F74-EBC32661092A}"/>
              </a:ext>
            </a:extLst>
          </p:cNvPr>
          <p:cNvSpPr/>
          <p:nvPr/>
        </p:nvSpPr>
        <p:spPr>
          <a:xfrm>
            <a:off x="416116" y="1003995"/>
            <a:ext cx="84278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showNames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(...names) {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console.log(names);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showNames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("Alice", "Bob", "Charlie"); 		// Output: ["Alice", "Bob", "Charlie"]</a:t>
            </a:r>
          </a:p>
        </p:txBody>
      </p:sp>
    </p:spTree>
    <p:extLst>
      <p:ext uri="{BB962C8B-B14F-4D97-AF65-F5344CB8AC3E}">
        <p14:creationId xmlns:p14="http://schemas.microsoft.com/office/powerpoint/2010/main" val="661170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C57CD1B-C354-4CF7-9A01-A90091E4F3F1}"/>
              </a:ext>
            </a:extLst>
          </p:cNvPr>
          <p:cNvSpPr/>
          <p:nvPr/>
        </p:nvSpPr>
        <p:spPr>
          <a:xfrm>
            <a:off x="485775" y="659934"/>
            <a:ext cx="68508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Destructuring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Assignment: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Extract values from arrays or objects easily.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A2F6FAE-2450-42D3-A3A3-C3FF9739F725}"/>
              </a:ext>
            </a:extLst>
          </p:cNvPr>
          <p:cNvSpPr/>
          <p:nvPr/>
        </p:nvSpPr>
        <p:spPr>
          <a:xfrm>
            <a:off x="485774" y="1306265"/>
            <a:ext cx="72988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person = {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name: "Alice",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age: 25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};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{ name, age } = person;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console.log(name, age); 		// Output: Alice 25</a:t>
            </a:r>
          </a:p>
        </p:txBody>
      </p:sp>
    </p:spTree>
    <p:extLst>
      <p:ext uri="{BB962C8B-B14F-4D97-AF65-F5344CB8AC3E}">
        <p14:creationId xmlns:p14="http://schemas.microsoft.com/office/powerpoint/2010/main" val="2384226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D6793EE-AF9B-4A50-A3C1-6E0CBA762788}"/>
              </a:ext>
            </a:extLst>
          </p:cNvPr>
          <p:cNvSpPr/>
          <p:nvPr/>
        </p:nvSpPr>
        <p:spPr>
          <a:xfrm>
            <a:off x="491344" y="546200"/>
            <a:ext cx="5211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&amp; JavaScript Example: Interactive Button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88FE68C-4A23-4A29-9CE6-CF5212E42DD2}"/>
              </a:ext>
            </a:extLst>
          </p:cNvPr>
          <p:cNvSpPr/>
          <p:nvPr/>
        </p:nvSpPr>
        <p:spPr>
          <a:xfrm>
            <a:off x="491344" y="946310"/>
            <a:ext cx="791527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&lt;body&gt;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&lt;button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E5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1800" dirty="0" err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myButton</a:t>
            </a:r>
            <a:r>
              <a:rPr lang="en-US" sz="18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Me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&lt;/button&gt;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E5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"message"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&gt;&lt;/p&gt;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&lt;script&gt;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    </a:t>
            </a:r>
            <a:r>
              <a:rPr lang="en-US" sz="18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myButton</a:t>
            </a:r>
            <a:r>
              <a:rPr lang="en-US" sz="1800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    </a:t>
            </a:r>
            <a:r>
              <a:rPr lang="en-US" sz="18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"message"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    </a:t>
            </a:r>
            <a:r>
              <a:rPr lang="en-US" sz="1800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addEventListener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"click"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        </a:t>
            </a:r>
            <a:r>
              <a:rPr lang="en-US" sz="1800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800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textContent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"Button was clicked!"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    });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&lt;/script&gt;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&lt;/body&gt;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997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88F4592-AA4F-4C4D-A046-142CF7A904AF}"/>
              </a:ext>
            </a:extLst>
          </p:cNvPr>
          <p:cNvSpPr/>
          <p:nvPr/>
        </p:nvSpPr>
        <p:spPr>
          <a:xfrm>
            <a:off x="457158" y="528042"/>
            <a:ext cx="2456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2: Display List of Names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BD2FFB1-EEA4-4FC9-92D5-C5FCAE1A4E73}"/>
              </a:ext>
            </a:extLst>
          </p:cNvPr>
          <p:cNvSpPr/>
          <p:nvPr/>
        </p:nvSpPr>
        <p:spPr>
          <a:xfrm>
            <a:off x="1128712" y="835819"/>
            <a:ext cx="801528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&lt;body&gt;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&lt;button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E5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showNames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Names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&lt;/button&gt;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E5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nameList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&gt;&lt;/ul&gt;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&lt;script&gt;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displayNames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(...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nameList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innerHTML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forEach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createElement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"li"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textContent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appendChild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});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}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showNames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addEventListener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"click"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displayNames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"Alice"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"Bob"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"Charlie"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});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&lt;/script&gt;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&lt;/body&gt;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076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7275</TotalTime>
  <Words>271</Words>
  <Application>Microsoft Office PowerPoint</Application>
  <PresentationFormat>On-screen Show (16:9)</PresentationFormat>
  <Paragraphs>89</Paragraphs>
  <Slides>11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Concourse</vt:lpstr>
      <vt:lpstr>PowerPoint Presentation</vt:lpstr>
      <vt:lpstr>PowerPoint Presentation</vt:lpstr>
      <vt:lpstr>PowerPoint Presentation</vt:lpstr>
      <vt:lpstr>PowerPoint Presentation</vt:lpstr>
      <vt:lpstr>Spread operator</vt:lpstr>
      <vt:lpstr>Rest operator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shahzad</cp:lastModifiedBy>
  <cp:revision>310</cp:revision>
  <dcterms:modified xsi:type="dcterms:W3CDTF">2026-03-26T08:47:12Z</dcterms:modified>
</cp:coreProperties>
</file>