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</p:sldMasterIdLst>
  <p:notesMasterIdLst>
    <p:notesMasterId r:id="rId13"/>
  </p:notesMasterIdLst>
  <p:sldIdLst>
    <p:sldId id="398" r:id="rId2"/>
    <p:sldId id="406" r:id="rId3"/>
    <p:sldId id="391" r:id="rId4"/>
    <p:sldId id="392" r:id="rId5"/>
    <p:sldId id="408" r:id="rId6"/>
    <p:sldId id="407" r:id="rId7"/>
    <p:sldId id="402" r:id="rId8"/>
    <p:sldId id="393" r:id="rId9"/>
    <p:sldId id="395" r:id="rId10"/>
    <p:sldId id="397" r:id="rId11"/>
    <p:sldId id="285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1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-660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45701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2387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8640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2840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254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08237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81425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85311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24117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60265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89754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533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3498110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314451"/>
            <a:ext cx="7772400" cy="137232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2708705"/>
            <a:ext cx="7772400" cy="899778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3714750"/>
            <a:ext cx="9147765" cy="1434066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4AF466F-BDA4-4F18-9C7B-FF0A9A1B0E80}" type="datetime1">
              <a:rPr lang="en-US" smtClean="0"/>
              <a:pPr/>
              <a:t>3/13/2026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607B-A47E-422C-9BEF-122CCDB7C526}" type="datetime1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794784"/>
            <a:ext cx="7772400" cy="13716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198784"/>
            <a:ext cx="4572000" cy="1091166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A7CB-BEE6-4F99-898E-913F06E8E125}" type="datetime1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hevron 6"/>
          <p:cNvSpPr/>
          <p:nvPr/>
        </p:nvSpPr>
        <p:spPr>
          <a:xfrm>
            <a:off x="3636680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300C-6FC5-4FC3-AF1A-075E4F50620D}" type="datetime1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057650"/>
            <a:ext cx="4040188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7" y="4057650"/>
            <a:ext cx="4041775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083221"/>
            <a:ext cx="4040188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083221"/>
            <a:ext cx="4041775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D295D-4A77-4DEB-B04C-9F4282A8BC04}" type="datetime1">
              <a:rPr lang="en-US" smtClean="0"/>
              <a:pPr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8685-4D0C-42D5-8013-B5904CD1FCBC}" type="datetime1">
              <a:rPr lang="en-US" smtClean="0"/>
              <a:pPr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26C0-9885-4BA9-BBFA-A52CBFEBB775}" type="datetime1">
              <a:rPr lang="en-US" smtClean="0"/>
              <a:pPr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657600"/>
            <a:ext cx="7481776" cy="3429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4016327"/>
            <a:ext cx="3974592" cy="6858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05740"/>
            <a:ext cx="7479792" cy="3429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4805958"/>
            <a:ext cx="1920240" cy="274320"/>
          </a:xfrm>
        </p:spPr>
        <p:txBody>
          <a:bodyPr/>
          <a:lstStyle/>
          <a:p>
            <a:fld id="{EBEE1B38-C5EB-4D66-9137-0AFE9CDEDE8F}" type="datetime1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4082552"/>
            <a:ext cx="7162800" cy="486174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42476"/>
            <a:ext cx="8686800" cy="329184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327B613C-1AD7-49D3-885D-F654C5CDBAA6}" type="datetime1">
              <a:rPr lang="en-US" smtClean="0"/>
              <a:pPr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3" y="4805958"/>
            <a:ext cx="2350681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48842"/>
            <a:ext cx="8075432" cy="422004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10997"/>
            <a:ext cx="8229600" cy="328955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4290-6522-4139-852E-05BD9E7F0D2E}" type="datetime1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05980"/>
            <a:ext cx="1777470" cy="419457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1"/>
            <a:ext cx="6324600" cy="419457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955F9-81EA-47C5-8059-9E5C2B437C70}" type="datetime1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110997"/>
            <a:ext cx="8229600" cy="339447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4805958"/>
            <a:ext cx="1920240" cy="27432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327B613C-1AD7-49D3-885D-F654C5CDBAA6}" type="datetime1">
              <a:rPr lang="en-US" smtClean="0"/>
              <a:pPr/>
              <a:t>3/13/2026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3" y="4805958"/>
            <a:ext cx="2350681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4805958"/>
            <a:ext cx="365760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0B71B1BC-C243-4C7F-82D7-6A63E7EFE092}"/>
              </a:ext>
            </a:extLst>
          </p:cNvPr>
          <p:cNvSpPr/>
          <p:nvPr/>
        </p:nvSpPr>
        <p:spPr>
          <a:xfrm>
            <a:off x="1347490" y="1786920"/>
            <a:ext cx="644902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 No: 06</a:t>
            </a:r>
          </a:p>
        </p:txBody>
      </p:sp>
    </p:spTree>
    <p:extLst>
      <p:ext uri="{BB962C8B-B14F-4D97-AF65-F5344CB8AC3E}">
        <p14:creationId xmlns:p14="http://schemas.microsoft.com/office/powerpoint/2010/main" val="3176115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15B7843F-985D-478A-B14C-18CAC4EF64B1}"/>
              </a:ext>
            </a:extLst>
          </p:cNvPr>
          <p:cNvSpPr/>
          <p:nvPr/>
        </p:nvSpPr>
        <p:spPr>
          <a:xfrm>
            <a:off x="457200" y="601087"/>
            <a:ext cx="83439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Adding Events Using </a:t>
            </a:r>
            <a:r>
              <a:rPr lang="en-US" sz="2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addEventListener</a:t>
            </a: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Events allow us to add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interactivity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our webpages. The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addEventListener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method listens for user interactions such as clicks, key presses, and mouse movements.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2C56E732-0195-479B-A4FA-6E787551C953}"/>
              </a:ext>
            </a:extLst>
          </p:cNvPr>
          <p:cNvSpPr/>
          <p:nvPr/>
        </p:nvSpPr>
        <p:spPr>
          <a:xfrm>
            <a:off x="600075" y="1744653"/>
            <a:ext cx="782954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&lt;button id="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btn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"&gt;Click Me&lt;/button&gt;</a:t>
            </a:r>
          </a:p>
          <a:p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JavaScript: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button =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btn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");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// Adding a click event listener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button.addEventListener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("click", function ()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alert("Button was clicked!");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});</a:t>
            </a:r>
          </a:p>
        </p:txBody>
      </p:sp>
    </p:spTree>
    <p:extLst>
      <p:ext uri="{BB962C8B-B14F-4D97-AF65-F5344CB8AC3E}">
        <p14:creationId xmlns:p14="http://schemas.microsoft.com/office/powerpoint/2010/main" val="3098701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5E2E674-828D-43BD-8D6F-63715D24E6DB}"/>
              </a:ext>
            </a:extLst>
          </p:cNvPr>
          <p:cNvSpPr/>
          <p:nvPr/>
        </p:nvSpPr>
        <p:spPr>
          <a:xfrm>
            <a:off x="440741" y="574775"/>
            <a:ext cx="54585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Advanced DOM Manipulation and Events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CB9CD371-3DBE-42EE-BA7A-6BB1FFAA0FD9}"/>
              </a:ext>
            </a:extLst>
          </p:cNvPr>
          <p:cNvSpPr/>
          <p:nvPr/>
        </p:nvSpPr>
        <p:spPr>
          <a:xfrm>
            <a:off x="635794" y="1036440"/>
            <a:ext cx="8358187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Creating and Adding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createElement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(): Creates a new element in JavaScript.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appendChild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(): Adds the newly created element to an existing element in the DOM.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&lt;ul id="list"&gt;&lt;/ul&gt;</a:t>
            </a:r>
          </a:p>
          <a:p>
            <a:r>
              <a:rPr lang="en-US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</a:t>
            </a:r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list =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("list");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// Creating a new list item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newItem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document.createElement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("li");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newItem.innerText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"New Item";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// Appending the new item to the list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list.appendChild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newItem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071645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46AA36EE-5190-41B9-974E-5CBA695B726E}"/>
              </a:ext>
            </a:extLst>
          </p:cNvPr>
          <p:cNvSpPr/>
          <p:nvPr/>
        </p:nvSpPr>
        <p:spPr>
          <a:xfrm>
            <a:off x="464343" y="583406"/>
            <a:ext cx="7122319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Removing and Replacing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removeChild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(): Removes a specified child element from its parent.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replaceChild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(): Replaces an existing child element with another.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1023970D-3E26-43D2-97D2-2FE75610755D}"/>
              </a:ext>
            </a:extLst>
          </p:cNvPr>
          <p:cNvSpPr/>
          <p:nvPr/>
        </p:nvSpPr>
        <p:spPr>
          <a:xfrm>
            <a:off x="464343" y="1709499"/>
            <a:ext cx="613648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HTML: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&lt;ul id="list"&gt;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&lt;li id="item"&gt;Item 1&lt;/li&gt;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&lt;/ul&gt;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&lt;button id="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removeBtn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"&gt;Remove Item&lt;/button&gt;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&lt;button id="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replaceBtn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"&gt;Replace Item&lt;/button&gt;</a:t>
            </a:r>
          </a:p>
        </p:txBody>
      </p:sp>
    </p:spTree>
    <p:extLst>
      <p:ext uri="{BB962C8B-B14F-4D97-AF65-F5344CB8AC3E}">
        <p14:creationId xmlns:p14="http://schemas.microsoft.com/office/powerpoint/2010/main" val="459889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6BB24B8A-0761-4E7F-BB22-0E89A870E6C0}"/>
              </a:ext>
            </a:extLst>
          </p:cNvPr>
          <p:cNvSpPr/>
          <p:nvPr/>
        </p:nvSpPr>
        <p:spPr>
          <a:xfrm>
            <a:off x="478632" y="561409"/>
            <a:ext cx="848677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list =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("list");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item =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("item");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removeBtn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removeBtn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");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replaceBtn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replaceBtn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");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removeBtn.addEventListener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("click", function () {		// Removing an Element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if (item) {     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list.removeChild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(item); 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}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});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replaceBtn.addEventListener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("click", function () {		// Replacing an Element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let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newItem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document.createElement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("li");   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newItem.innerText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"New Item";     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if (item) {  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list.replaceChild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newItem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item);   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}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429424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767A955E-2F34-4D87-83B8-F3829A9AF244}"/>
              </a:ext>
            </a:extLst>
          </p:cNvPr>
          <p:cNvSpPr/>
          <p:nvPr/>
        </p:nvSpPr>
        <p:spPr>
          <a:xfrm>
            <a:off x="471487" y="601653"/>
            <a:ext cx="818673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 Form Validation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Form validation ensures users enter valid data before submitting a form. JavaScript helps check if the required fields are filled correctly.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D987B300-7EE6-4468-B3D4-2F85121A6D13}"/>
              </a:ext>
            </a:extLst>
          </p:cNvPr>
          <p:cNvSpPr/>
          <p:nvPr/>
        </p:nvSpPr>
        <p:spPr>
          <a:xfrm>
            <a:off x="471486" y="1555760"/>
            <a:ext cx="725090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&lt;form id="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myForm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"&gt;  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&lt;label for="name"&gt;Name:&lt;/label&gt;  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&lt;input type="text" id="name" name="name" required&gt;  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&lt;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&lt;label for="email"&gt;Email:&lt;/label&gt; 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&lt;input type="email" id="email" name="email" required&gt; 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&lt;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&lt;button type="submit"&gt;Submit&lt;/button&gt;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&lt;/form&gt;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&lt;p id="error-message" style="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color:red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;"&gt;&lt;/p&gt;</a:t>
            </a:r>
          </a:p>
        </p:txBody>
      </p:sp>
    </p:spTree>
    <p:extLst>
      <p:ext uri="{BB962C8B-B14F-4D97-AF65-F5344CB8AC3E}">
        <p14:creationId xmlns:p14="http://schemas.microsoft.com/office/powerpoint/2010/main" val="4063369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C8F2440-FA31-4DEA-9D93-CE879E3F51E2}"/>
              </a:ext>
            </a:extLst>
          </p:cNvPr>
          <p:cNvSpPr/>
          <p:nvPr/>
        </p:nvSpPr>
        <p:spPr>
          <a:xfrm>
            <a:off x="435769" y="639991"/>
            <a:ext cx="630078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form =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myForm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");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errorMessage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("error-message");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// Adding submit event listener</a:t>
            </a:r>
          </a:p>
          <a:p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form.addEventListener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("submit", function (event) {  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let name =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("name").value;  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let email =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("email").value; 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if (name === "" || email === "") {  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errorMessage.innerText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"All fields are required!";             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event.preventDefault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(); 		// Prevent form submission 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} else {  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alert("Form submitted successfully!");   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}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762961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B5C99F7C-B952-4AB4-AF2C-6F1B55A84E93}"/>
              </a:ext>
            </a:extLst>
          </p:cNvPr>
          <p:cNvSpPr/>
          <p:nvPr/>
        </p:nvSpPr>
        <p:spPr>
          <a:xfrm>
            <a:off x="435069" y="648831"/>
            <a:ext cx="7751669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Activity-Based Task: Interactive To-Do List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Create an interactive to-do list that allows users to add tasks, mark them as completed, and delete tasks.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an input field and a button to add tasks.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 each task in a list with a "Remove" button.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a task is clicked, mark it as completed (toggle the CSS class).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the "Remove" button is clicked, remove the task.</a:t>
            </a:r>
          </a:p>
        </p:txBody>
      </p:sp>
    </p:spTree>
    <p:extLst>
      <p:ext uri="{BB962C8B-B14F-4D97-AF65-F5344CB8AC3E}">
        <p14:creationId xmlns:p14="http://schemas.microsoft.com/office/powerpoint/2010/main" val="1318097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674AA80-C45D-4A72-8763-7CD9C59BEC16}"/>
              </a:ext>
            </a:extLst>
          </p:cNvPr>
          <p:cNvSpPr/>
          <p:nvPr/>
        </p:nvSpPr>
        <p:spPr>
          <a:xfrm>
            <a:off x="2457450" y="540424"/>
            <a:ext cx="4914900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taskList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("tasks");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input =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taskInput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");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addButton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addTask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");</a:t>
            </a:r>
          </a:p>
          <a:p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addButton.addEventListener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("click", function () {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let task =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document.createElement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("li");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task.innerText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input.value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task.addEventListener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("click", function () {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task.classList.toggle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("completed"); // Toggles "completed" class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});</a:t>
            </a:r>
          </a:p>
          <a:p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let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removeButton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document.createElement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("button");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removeButton.innerText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"Remove";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removeButton.addEventListener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("click", function () {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taskList.removeChild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(task);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});</a:t>
            </a:r>
          </a:p>
          <a:p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task.appendChild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removeButton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taskList.appendChild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(task);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input.value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"";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});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5957344-A9E2-479F-B646-45EDC7196527}"/>
              </a:ext>
            </a:extLst>
          </p:cNvPr>
          <p:cNvSpPr/>
          <p:nvPr/>
        </p:nvSpPr>
        <p:spPr>
          <a:xfrm>
            <a:off x="465813" y="603349"/>
            <a:ext cx="1598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Code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83826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28FC96F-AA2D-4150-A5A4-F5095D48CF0C}"/>
              </a:ext>
            </a:extLst>
          </p:cNvPr>
          <p:cNvSpPr/>
          <p:nvPr/>
        </p:nvSpPr>
        <p:spPr>
          <a:xfrm>
            <a:off x="614362" y="685115"/>
            <a:ext cx="7729537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 Task 6</a:t>
            </a:r>
          </a:p>
          <a:p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new elements to the DOM using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createElement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 an element from the DOM.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button that changes its color when clicked.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list where each item can be marked as completed.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form with input fields and validate that all fields are filled.</a:t>
            </a:r>
          </a:p>
        </p:txBody>
      </p:sp>
    </p:spTree>
    <p:extLst>
      <p:ext uri="{BB962C8B-B14F-4D97-AF65-F5344CB8AC3E}">
        <p14:creationId xmlns:p14="http://schemas.microsoft.com/office/powerpoint/2010/main" val="1753793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2EC73A5-44C7-46E8-AB3B-57119B14DE17}"/>
              </a:ext>
            </a:extLst>
          </p:cNvPr>
          <p:cNvSpPr/>
          <p:nvPr/>
        </p:nvSpPr>
        <p:spPr>
          <a:xfrm>
            <a:off x="1794637" y="1786920"/>
            <a:ext cx="5554726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206165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7267</TotalTime>
  <Words>349</Words>
  <Application>Microsoft Office PowerPoint</Application>
  <PresentationFormat>On-screen Show (16:9)</PresentationFormat>
  <Paragraphs>120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Concourse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shahzad</cp:lastModifiedBy>
  <cp:revision>308</cp:revision>
  <dcterms:modified xsi:type="dcterms:W3CDTF">2026-03-13T10:23:37Z</dcterms:modified>
</cp:coreProperties>
</file>