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9"/>
  </p:notesMasterIdLst>
  <p:sldIdLst>
    <p:sldId id="294" r:id="rId2"/>
    <p:sldId id="346" r:id="rId3"/>
    <p:sldId id="361" r:id="rId4"/>
    <p:sldId id="358" r:id="rId5"/>
    <p:sldId id="359" r:id="rId6"/>
    <p:sldId id="432" r:id="rId7"/>
    <p:sldId id="360" r:id="rId8"/>
    <p:sldId id="362" r:id="rId9"/>
    <p:sldId id="347" r:id="rId10"/>
    <p:sldId id="348" r:id="rId11"/>
    <p:sldId id="349" r:id="rId12"/>
    <p:sldId id="433" r:id="rId13"/>
    <p:sldId id="434" r:id="rId14"/>
    <p:sldId id="350" r:id="rId15"/>
    <p:sldId id="351" r:id="rId16"/>
    <p:sldId id="352" r:id="rId17"/>
    <p:sldId id="285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>
        <p:scale>
          <a:sx n="110" d="100"/>
          <a:sy n="110" d="100"/>
        </p:scale>
        <p:origin x="-360" y="-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36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139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718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676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457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735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125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832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147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614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012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6216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919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9F492F8-B411-42D5-9691-B9F84E5C8F66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03</a:t>
            </a:r>
          </a:p>
        </p:txBody>
      </p:sp>
    </p:spTree>
    <p:extLst>
      <p:ext uri="{BB962C8B-B14F-4D97-AF65-F5344CB8AC3E}">
        <p14:creationId xmlns:p14="http://schemas.microsoft.com/office/powerpoint/2010/main" val="87520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0AAF7F4-C6D7-40CA-8BB8-44CC1BA54C3A}"/>
              </a:ext>
            </a:extLst>
          </p:cNvPr>
          <p:cNvSpPr/>
          <p:nvPr/>
        </p:nvSpPr>
        <p:spPr>
          <a:xfrm>
            <a:off x="427403" y="746225"/>
            <a:ext cx="5317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Flow – Conditions &amp; Loops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AD9E978-4E75-4E4E-8BCD-3F2ED5E59DD6}"/>
              </a:ext>
            </a:extLst>
          </p:cNvPr>
          <p:cNvSpPr/>
          <p:nvPr/>
        </p:nvSpPr>
        <p:spPr>
          <a:xfrm>
            <a:off x="555991" y="1451760"/>
            <a:ext cx="77664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Statements in JavaScript: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statements in JavaScript are used to make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conditions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If a condition is true, a specific block of code is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otherwise, another block of code runs.</a:t>
            </a:r>
          </a:p>
        </p:txBody>
      </p:sp>
    </p:spTree>
    <p:extLst>
      <p:ext uri="{BB962C8B-B14F-4D97-AF65-F5344CB8AC3E}">
        <p14:creationId xmlns:p14="http://schemas.microsoft.com/office/powerpoint/2010/main" val="396254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84EC0B6-D9BC-4ACC-BABB-0B7E38CCDFB4}"/>
              </a:ext>
            </a:extLst>
          </p:cNvPr>
          <p:cNvSpPr/>
          <p:nvPr/>
        </p:nvSpPr>
        <p:spPr>
          <a:xfrm>
            <a:off x="448834" y="715951"/>
            <a:ext cx="8002222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If-Else Statement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This is the most basic conditional statement. If a condition is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one block of code will execute; otherwise,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another block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execute.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18;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(age &gt;= 18)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console.log("You are an adult.");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console.log("You are a minor.");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6782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FA8EB74-4511-40B3-A92B-14F2CAE45719}"/>
              </a:ext>
            </a:extLst>
          </p:cNvPr>
          <p:cNvSpPr/>
          <p:nvPr/>
        </p:nvSpPr>
        <p:spPr>
          <a:xfrm>
            <a:off x="535781" y="651659"/>
            <a:ext cx="749379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Else-If Ladder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else if statement allows you to test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conditions.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marks = 85;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(marks &gt;= 90)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 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A+");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if (marks &gt;= 75)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A");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if (marks &gt;= 60) </a:t>
            </a:r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B");</a:t>
            </a:r>
          </a:p>
          <a:p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</a:t>
            </a:r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 </a:t>
            </a:r>
          </a:p>
          <a:p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C");</a:t>
            </a:r>
          </a:p>
          <a:p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83032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496E2A-F7A7-4341-878A-DE207401F86F}"/>
              </a:ext>
            </a:extLst>
          </p:cNvPr>
          <p:cNvSpPr/>
          <p:nvPr/>
        </p:nvSpPr>
        <p:spPr>
          <a:xfrm>
            <a:off x="485774" y="786259"/>
            <a:ext cx="7929564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Ternary Operator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ternary operator is a shorthand way of writing an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if-else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condition ?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expression_if_true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expression_if_false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18;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result = (age &gt;= 18) ? "Adult" : "Minor";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console.log(result); 		// Adult</a:t>
            </a:r>
          </a:p>
        </p:txBody>
      </p:sp>
    </p:spTree>
    <p:extLst>
      <p:ext uri="{BB962C8B-B14F-4D97-AF65-F5344CB8AC3E}">
        <p14:creationId xmlns:p14="http://schemas.microsoft.com/office/powerpoint/2010/main" val="142800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More Conditions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013150" cy="1505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</a:t>
            </a:r>
          </a:p>
          <a:p>
            <a:r>
              <a:rPr lang="en-US" dirty="0" err="1"/>
              <a:t>Ifelse</a:t>
            </a:r>
            <a:endParaRPr lang="en-US" dirty="0"/>
          </a:p>
          <a:p>
            <a:r>
              <a:rPr lang="en-US" dirty="0" err="1"/>
              <a:t>elseif</a:t>
            </a:r>
            <a:endParaRPr lang="en-US" dirty="0"/>
          </a:p>
          <a:p>
            <a:r>
              <a:rPr lang="en-US" dirty="0"/>
              <a:t>Switch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304800" y="2381250"/>
            <a:ext cx="8210550" cy="180974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70000" lnSpcReduction="20000"/>
          </a:bodyPr>
          <a:lstStyle>
            <a:lvl1pPr marL="4572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itchFamily="34" charset="0"/>
              <a:buChar char="●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 pitchFamily="34" charset="0"/>
              <a:buChar char="○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itchFamily="34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 pitchFamily="34" charset="0"/>
              <a:buChar char="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Check Positive or Negative Number, </a:t>
            </a:r>
            <a:r>
              <a:rPr lang="en-GB" b="1" dirty="0"/>
              <a:t>2.</a:t>
            </a:r>
            <a:r>
              <a:rPr lang="en-GB" dirty="0"/>
              <a:t>Check if Number is Zero</a:t>
            </a:r>
            <a:endParaRPr lang="en-US" dirty="0"/>
          </a:p>
          <a:p>
            <a:r>
              <a:rPr lang="en-US" dirty="0"/>
              <a:t>Check Even or Odd, </a:t>
            </a:r>
            <a:r>
              <a:rPr lang="en-US" b="1" dirty="0"/>
              <a:t>4</a:t>
            </a:r>
            <a:r>
              <a:rPr lang="en-US" dirty="0"/>
              <a:t>.Check Passing Marks</a:t>
            </a:r>
          </a:p>
          <a:p>
            <a:r>
              <a:rPr lang="en-US" dirty="0"/>
              <a:t>Check Voting Eligibility, </a:t>
            </a:r>
            <a:r>
              <a:rPr lang="en-US" b="1" dirty="0"/>
              <a:t>6.</a:t>
            </a:r>
            <a:r>
              <a:rPr lang="en-US" dirty="0"/>
              <a:t>Check Age for Driving</a:t>
            </a:r>
          </a:p>
          <a:p>
            <a:r>
              <a:rPr lang="en-US" dirty="0"/>
              <a:t>Find Greater Number, </a:t>
            </a:r>
            <a:r>
              <a:rPr lang="en-US" b="1" dirty="0"/>
              <a:t>8.</a:t>
            </a:r>
            <a:r>
              <a:rPr lang="en-US" dirty="0"/>
              <a:t>Smallest of Two Numbers</a:t>
            </a:r>
          </a:p>
          <a:p>
            <a:r>
              <a:rPr lang="en-GB" sz="2000" dirty="0"/>
              <a:t>Check if Number is Divisible by 5, </a:t>
            </a:r>
            <a:r>
              <a:rPr lang="en-GB" sz="2000" b="1" dirty="0"/>
              <a:t>10. </a:t>
            </a:r>
            <a:r>
              <a:rPr lang="en-GB" sz="2000" dirty="0"/>
              <a:t>Check if Number is Divisible by 10</a:t>
            </a:r>
          </a:p>
          <a:p>
            <a:r>
              <a:rPr lang="en-GB" dirty="0"/>
              <a:t>Check if Character is Capital Letter,</a:t>
            </a:r>
            <a:r>
              <a:rPr lang="en-GB" b="1" dirty="0"/>
              <a:t>12. </a:t>
            </a:r>
            <a:r>
              <a:rPr lang="en-GB" dirty="0"/>
              <a:t>Check if Temperature is Hot or Cold</a:t>
            </a:r>
          </a:p>
          <a:p>
            <a:r>
              <a:rPr lang="en-GB" dirty="0"/>
              <a:t>Check if Person is Teenager </a:t>
            </a:r>
            <a:r>
              <a:rPr lang="en-GB" b="1" dirty="0"/>
              <a:t>14. </a:t>
            </a:r>
            <a:r>
              <a:rPr lang="en-GB" dirty="0"/>
              <a:t> check the student fail or pass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B88CDD4-3FAD-4F7C-8FEA-166DD92915ED}"/>
              </a:ext>
            </a:extLst>
          </p:cNvPr>
          <p:cNvSpPr/>
          <p:nvPr/>
        </p:nvSpPr>
        <p:spPr>
          <a:xfrm>
            <a:off x="457200" y="637372"/>
            <a:ext cx="782240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 in JavaScript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Loops?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Loops allow you to repeat a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of 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multiple times until a specific condition is met.</a:t>
            </a:r>
          </a:p>
        </p:txBody>
      </p:sp>
    </p:spTree>
    <p:extLst>
      <p:ext uri="{BB962C8B-B14F-4D97-AF65-F5344CB8AC3E}">
        <p14:creationId xmlns:p14="http://schemas.microsoft.com/office/powerpoint/2010/main" val="249527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454C78B-EC52-4C8A-B64C-1D00BF2CBBED}"/>
              </a:ext>
            </a:extLst>
          </p:cNvPr>
          <p:cNvSpPr/>
          <p:nvPr/>
        </p:nvSpPr>
        <p:spPr>
          <a:xfrm>
            <a:off x="464343" y="721520"/>
            <a:ext cx="782240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For Loop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for loop repeats a block of code a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number of times.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 (</a:t>
            </a:r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// Code to execute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endParaRPr lang="en-US" sz="1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 (let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5;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Prints 0 to 4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989350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5FD5A8F-736A-4C64-B6F9-A97B47F9C40A}"/>
              </a:ext>
            </a:extLst>
          </p:cNvPr>
          <p:cNvSpPr/>
          <p:nvPr/>
        </p:nvSpPr>
        <p:spPr>
          <a:xfrm>
            <a:off x="507205" y="639425"/>
            <a:ext cx="764381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Loop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while loop repeats a block of code as long as the condition is true.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while (condition)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1;    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while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5) { 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Prints 0 to 4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28784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D15E3ED-98B3-40BE-974D-5955BD3FED5E}"/>
              </a:ext>
            </a:extLst>
          </p:cNvPr>
          <p:cNvSpPr/>
          <p:nvPr/>
        </p:nvSpPr>
        <p:spPr>
          <a:xfrm>
            <a:off x="464343" y="509707"/>
            <a:ext cx="7529513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Do-While Loop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do-while loop is similar to a while loop, except that it executes the block at least once, even if the condition is false.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do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 while (condition);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   0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do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 		// Prints 0 to 4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++;         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 while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5);    </a:t>
            </a:r>
          </a:p>
        </p:txBody>
      </p:sp>
    </p:spTree>
    <p:extLst>
      <p:ext uri="{BB962C8B-B14F-4D97-AF65-F5344CB8AC3E}">
        <p14:creationId xmlns:p14="http://schemas.microsoft.com/office/powerpoint/2010/main" val="131863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DE78405-7874-41B5-A5DA-DC4367B3E367}"/>
              </a:ext>
            </a:extLst>
          </p:cNvPr>
          <p:cNvSpPr/>
          <p:nvPr/>
        </p:nvSpPr>
        <p:spPr>
          <a:xfrm>
            <a:off x="454935" y="760710"/>
            <a:ext cx="387477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Differences Between Loops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F0916123-893E-4054-97EE-6A816E78C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270329"/>
              </p:ext>
            </p:extLst>
          </p:nvPr>
        </p:nvGraphicFramePr>
        <p:xfrm>
          <a:off x="687586" y="1426210"/>
          <a:ext cx="7768828" cy="2291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1679">
                  <a:extLst>
                    <a:ext uri="{9D8B030D-6E8A-4147-A177-3AD203B41FA5}">
                      <a16:colId xmlns:a16="http://schemas.microsoft.com/office/drawing/2014/main" xmlns="" val="1233014958"/>
                    </a:ext>
                  </a:extLst>
                </a:gridCol>
                <a:gridCol w="3785165">
                  <a:extLst>
                    <a:ext uri="{9D8B030D-6E8A-4147-A177-3AD203B41FA5}">
                      <a16:colId xmlns:a16="http://schemas.microsoft.com/office/drawing/2014/main" xmlns="" val="2228239930"/>
                    </a:ext>
                  </a:extLst>
                </a:gridCol>
                <a:gridCol w="2381984">
                  <a:extLst>
                    <a:ext uri="{9D8B030D-6E8A-4147-A177-3AD203B41FA5}">
                      <a16:colId xmlns:a16="http://schemas.microsoft.com/office/drawing/2014/main" xmlns="" val="2227707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Loop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3690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Loop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Repeats a block a fixed number of times.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Iterating over an array.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3080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While Loop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Repeats a block as long as a condition is true.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Validating user input.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36293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Do-While Loop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Executes the block at least once.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Asking for input until it's valid.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820556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39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continue </a:t>
            </a:r>
            <a:r>
              <a:rPr lang="en-GB" sz="3200" dirty="0"/>
              <a:t>and break keyword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000" u="sng" dirty="0"/>
              <a:t>Continue </a:t>
            </a:r>
          </a:p>
          <a:p>
            <a:r>
              <a:rPr lang="en-GB" sz="2000" dirty="0"/>
              <a:t>It </a:t>
            </a:r>
            <a:r>
              <a:rPr lang="en-GB" sz="2000" b="1" dirty="0"/>
              <a:t>skips the current iteration</a:t>
            </a:r>
            <a:r>
              <a:rPr lang="en-GB" sz="2000" dirty="0"/>
              <a:t> of the loop.</a:t>
            </a:r>
          </a:p>
          <a:p>
            <a:r>
              <a:rPr lang="en-GB" sz="2000" dirty="0"/>
              <a:t>The loop will </a:t>
            </a:r>
            <a:r>
              <a:rPr lang="en-GB" sz="2000" b="1" dirty="0"/>
              <a:t>continue with the next iteration</a:t>
            </a:r>
            <a:r>
              <a:rPr lang="en-GB" sz="2000" dirty="0"/>
              <a:t>.</a:t>
            </a:r>
          </a:p>
          <a:p>
            <a:pPr algn="ctr"/>
            <a:r>
              <a:rPr lang="en-GB" sz="2000" u="sng" dirty="0"/>
              <a:t>Break</a:t>
            </a:r>
            <a:endParaRPr lang="en-US" sz="2000" u="sng" dirty="0"/>
          </a:p>
          <a:p>
            <a:r>
              <a:rPr lang="en-GB" sz="2000" dirty="0"/>
              <a:t>It </a:t>
            </a:r>
            <a:r>
              <a:rPr lang="en-GB" sz="2000" b="1" dirty="0"/>
              <a:t>completely stops the loop</a:t>
            </a:r>
            <a:r>
              <a:rPr lang="en-GB" sz="2000" dirty="0"/>
              <a:t>.</a:t>
            </a:r>
          </a:p>
          <a:p>
            <a:r>
              <a:rPr lang="en-GB" sz="2000" dirty="0"/>
              <a:t>The loop will </a:t>
            </a:r>
            <a:r>
              <a:rPr lang="en-GB" sz="2000" b="1" dirty="0"/>
              <a:t>not run anymore</a:t>
            </a:r>
            <a:r>
              <a:rPr lang="en-GB" sz="2000" dirty="0"/>
              <a:t> after break.</a:t>
            </a:r>
          </a:p>
          <a:p>
            <a:pPr algn="ctr"/>
            <a:r>
              <a:rPr lang="en-GB" sz="2000" dirty="0"/>
              <a:t>Return</a:t>
            </a:r>
          </a:p>
          <a:p>
            <a:r>
              <a:rPr lang="en-US" sz="2000" dirty="0"/>
              <a:t>Used </a:t>
            </a:r>
            <a:r>
              <a:rPr lang="en-US" sz="2000" b="1" dirty="0"/>
              <a:t>inside a function</a:t>
            </a:r>
            <a:r>
              <a:rPr lang="en-US" sz="2000" dirty="0"/>
              <a:t>.</a:t>
            </a:r>
          </a:p>
          <a:p>
            <a:r>
              <a:rPr lang="en-GB" sz="2000" dirty="0"/>
              <a:t>It </a:t>
            </a:r>
            <a:r>
              <a:rPr lang="en-GB" sz="2000" b="1" dirty="0"/>
              <a:t>stops the function immediately</a:t>
            </a:r>
            <a:r>
              <a:rPr lang="en-GB" sz="2000" dirty="0"/>
              <a:t> and sends a value (or nothing) back.</a:t>
            </a:r>
          </a:p>
        </p:txBody>
      </p:sp>
    </p:spTree>
    <p:extLst>
      <p:ext uri="{BB962C8B-B14F-4D97-AF65-F5344CB8AC3E}">
        <p14:creationId xmlns:p14="http://schemas.microsoft.com/office/powerpoint/2010/main" val="3611644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813237"/>
              </p:ext>
            </p:extLst>
          </p:nvPr>
        </p:nvGraphicFramePr>
        <p:xfrm>
          <a:off x="457200" y="1171575"/>
          <a:ext cx="7620000" cy="3193366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4234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4234">
                <a:tc>
                  <a:txBody>
                    <a:bodyPr/>
                    <a:lstStyle/>
                    <a:p>
                      <a:r>
                        <a:rPr lang="en-US"/>
                        <a:t>Where used?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Loops &amp; 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12409">
                <a:tc>
                  <a:txBody>
                    <a:bodyPr/>
                    <a:lstStyle/>
                    <a:p>
                      <a:r>
                        <a:rPr lang="en-US" dirty="0"/>
                        <a:t>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Stops only the </a:t>
                      </a:r>
                      <a:r>
                        <a:rPr lang="en-US" b="1"/>
                        <a:t>loop/switch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Stops the </a:t>
                      </a:r>
                      <a:r>
                        <a:rPr lang="en-US" b="1"/>
                        <a:t>entire function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4234">
                <a:tc>
                  <a:txBody>
                    <a:bodyPr/>
                    <a:lstStyle/>
                    <a:p>
                      <a:r>
                        <a:rPr lang="en-US"/>
                        <a:t>Can send value?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Yes, returns a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12409">
                <a:tc>
                  <a:txBody>
                    <a:bodyPr/>
                    <a:lstStyle/>
                    <a:p>
                      <a:r>
                        <a:rPr lang="en-US"/>
                        <a:t>Execution 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Continues after the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exits immediately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78375" y="580975"/>
            <a:ext cx="8520600" cy="3416400"/>
          </a:xfrm>
        </p:spPr>
        <p:txBody>
          <a:bodyPr/>
          <a:lstStyle/>
          <a:p>
            <a:r>
              <a:rPr lang="en-US" dirty="0"/>
              <a:t>Key Differences:</a:t>
            </a:r>
          </a:p>
        </p:txBody>
      </p:sp>
    </p:spTree>
    <p:extLst>
      <p:ext uri="{BB962C8B-B14F-4D97-AF65-F5344CB8AC3E}">
        <p14:creationId xmlns:p14="http://schemas.microsoft.com/office/powerpoint/2010/main" val="298169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4A7701F-2458-480B-BCF2-A5434474C08D}"/>
              </a:ext>
            </a:extLst>
          </p:cNvPr>
          <p:cNvSpPr/>
          <p:nvPr/>
        </p:nvSpPr>
        <p:spPr>
          <a:xfrm>
            <a:off x="492917" y="1248013"/>
            <a:ext cx="67651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Activity: Number Guessing Game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We will create a simple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Guessing Game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program will generate a random number between 1 and 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will use a loop to guess the number until they get it right.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34A9B82-22C5-4623-85A7-E6F2ACA13024}"/>
              </a:ext>
            </a:extLst>
          </p:cNvPr>
          <p:cNvSpPr/>
          <p:nvPr/>
        </p:nvSpPr>
        <p:spPr>
          <a:xfrm>
            <a:off x="399149" y="724793"/>
            <a:ext cx="30796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Activity-Based Task</a:t>
            </a:r>
          </a:p>
        </p:txBody>
      </p:sp>
    </p:spTree>
    <p:extLst>
      <p:ext uri="{BB962C8B-B14F-4D97-AF65-F5344CB8AC3E}">
        <p14:creationId xmlns:p14="http://schemas.microsoft.com/office/powerpoint/2010/main" val="53106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5071EE3-EF38-42C4-A8BE-C56EDA0B95BA}"/>
              </a:ext>
            </a:extLst>
          </p:cNvPr>
          <p:cNvSpPr/>
          <p:nvPr/>
        </p:nvSpPr>
        <p:spPr>
          <a:xfrm>
            <a:off x="494282" y="710506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for the Activity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205C4B5-EDB1-4E6A-B425-3253E4C5C1B1}"/>
              </a:ext>
            </a:extLst>
          </p:cNvPr>
          <p:cNvSpPr/>
          <p:nvPr/>
        </p:nvSpPr>
        <p:spPr>
          <a:xfrm>
            <a:off x="728663" y="1079838"/>
            <a:ext cx="804386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Math.floor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Math.random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* 10) + 1;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guess;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guess = Number(prompt("Guess a number between 1 and 10:"));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if (guess &gt;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console.log("Too high! Try again.");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} else if (guess &lt;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console.log("Too low! Try again.");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while (guess !==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console.log("Congratulations! You guessed the correct number: " +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23720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B62416E-562B-4E77-80C5-81B0FFA6CA1E}"/>
              </a:ext>
            </a:extLst>
          </p:cNvPr>
          <p:cNvSpPr/>
          <p:nvPr/>
        </p:nvSpPr>
        <p:spPr>
          <a:xfrm>
            <a:off x="450055" y="614779"/>
            <a:ext cx="8472489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conditional statement?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to check if a number is positive, negative, or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if-else and ternary operator?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script to print all even numbers from 1 to 10 using a for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JavaScript program to check if a number is divisible by 5 using a while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difference between while and do-while loops with examples.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that prints the multiplication table of a number using a for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program to count the number of digits in a given number using a while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to print numbers from 10 to 1 using a for loop (reverse order).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script that asks the user to input numbers until the sum of all entered numbers is greater than 100.</a:t>
            </a:r>
          </a:p>
        </p:txBody>
      </p:sp>
    </p:spTree>
    <p:extLst>
      <p:ext uri="{BB962C8B-B14F-4D97-AF65-F5344CB8AC3E}">
        <p14:creationId xmlns:p14="http://schemas.microsoft.com/office/powerpoint/2010/main" val="3658632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7266</TotalTime>
  <Words>543</Words>
  <Application>Microsoft Office PowerPoint</Application>
  <PresentationFormat>On-screen Show (16:9)</PresentationFormat>
  <Paragraphs>167</Paragraphs>
  <Slides>17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Conditions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continue and break keyword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shahzad</cp:lastModifiedBy>
  <cp:revision>308</cp:revision>
  <dcterms:modified xsi:type="dcterms:W3CDTF">2026-03-04T05:00:04Z</dcterms:modified>
</cp:coreProperties>
</file>